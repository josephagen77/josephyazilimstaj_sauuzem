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6"/>
  </p:notesMasterIdLst>
  <p:sldIdLst>
    <p:sldId id="256" r:id="rId2"/>
    <p:sldId id="265" r:id="rId3"/>
    <p:sldId id="301" r:id="rId4"/>
    <p:sldId id="266" r:id="rId5"/>
    <p:sldId id="268" r:id="rId6"/>
    <p:sldId id="267" r:id="rId7"/>
    <p:sldId id="271" r:id="rId8"/>
    <p:sldId id="272" r:id="rId9"/>
    <p:sldId id="269" r:id="rId10"/>
    <p:sldId id="270" r:id="rId11"/>
    <p:sldId id="325" r:id="rId12"/>
    <p:sldId id="326" r:id="rId13"/>
    <p:sldId id="327" r:id="rId14"/>
    <p:sldId id="298" r:id="rId15"/>
    <p:sldId id="299" r:id="rId16"/>
    <p:sldId id="300" r:id="rId17"/>
    <p:sldId id="328" r:id="rId18"/>
    <p:sldId id="274" r:id="rId19"/>
    <p:sldId id="275" r:id="rId20"/>
    <p:sldId id="307" r:id="rId21"/>
    <p:sldId id="329" r:id="rId22"/>
    <p:sldId id="308" r:id="rId23"/>
    <p:sldId id="311" r:id="rId24"/>
    <p:sldId id="310" r:id="rId25"/>
    <p:sldId id="309" r:id="rId26"/>
    <p:sldId id="330" r:id="rId27"/>
    <p:sldId id="333" r:id="rId28"/>
    <p:sldId id="332" r:id="rId29"/>
    <p:sldId id="331" r:id="rId30"/>
    <p:sldId id="334" r:id="rId31"/>
    <p:sldId id="335" r:id="rId32"/>
    <p:sldId id="336" r:id="rId33"/>
    <p:sldId id="337" r:id="rId34"/>
    <p:sldId id="312" r:id="rId35"/>
    <p:sldId id="315" r:id="rId36"/>
    <p:sldId id="314" r:id="rId37"/>
    <p:sldId id="313" r:id="rId38"/>
    <p:sldId id="316" r:id="rId39"/>
    <p:sldId id="317" r:id="rId40"/>
    <p:sldId id="318" r:id="rId41"/>
    <p:sldId id="319" r:id="rId42"/>
    <p:sldId id="321" r:id="rId43"/>
    <p:sldId id="322" r:id="rId44"/>
    <p:sldId id="324"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40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ata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ata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diagrams/_rels/data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svg"/><Relationship Id="rId1" Type="http://schemas.openxmlformats.org/officeDocument/2006/relationships/image" Target="../media/image38.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s>
</file>

<file path=ppt/diagrams/_rels/data6.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svg"/><Relationship Id="rId1" Type="http://schemas.openxmlformats.org/officeDocument/2006/relationships/image" Target="../media/image44.png"/><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7.svg"/></Relationships>
</file>

<file path=ppt/diagrams/_rels/data8.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svg"/><Relationship Id="rId1" Type="http://schemas.openxmlformats.org/officeDocument/2006/relationships/image" Target="../media/image52.png"/><Relationship Id="rId6" Type="http://schemas.openxmlformats.org/officeDocument/2006/relationships/image" Target="../media/image57.svg"/><Relationship Id="rId5" Type="http://schemas.openxmlformats.org/officeDocument/2006/relationships/image" Target="../media/image56.png"/><Relationship Id="rId4" Type="http://schemas.openxmlformats.org/officeDocument/2006/relationships/image" Target="../media/image55.svg"/></Relationships>
</file>

<file path=ppt/diagrams/_rels/data1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svg"/><Relationship Id="rId1" Type="http://schemas.openxmlformats.org/officeDocument/2006/relationships/image" Target="../media/image60.png"/><Relationship Id="rId6" Type="http://schemas.openxmlformats.org/officeDocument/2006/relationships/image" Target="../media/image65.svg"/><Relationship Id="rId5" Type="http://schemas.openxmlformats.org/officeDocument/2006/relationships/image" Target="../media/image64.png"/><Relationship Id="rId4" Type="http://schemas.openxmlformats.org/officeDocument/2006/relationships/image" Target="../media/image6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diagrams/_rels/drawing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svg"/><Relationship Id="rId1" Type="http://schemas.openxmlformats.org/officeDocument/2006/relationships/image" Target="../media/image38.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s>
</file>

<file path=ppt/diagrams/_rels/drawing6.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svg"/><Relationship Id="rId1" Type="http://schemas.openxmlformats.org/officeDocument/2006/relationships/image" Target="../media/image44.png"/><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7.svg"/></Relationships>
</file>

<file path=ppt/diagrams/_rels/drawing8.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svg"/><Relationship Id="rId1" Type="http://schemas.openxmlformats.org/officeDocument/2006/relationships/image" Target="../media/image52.png"/><Relationship Id="rId6" Type="http://schemas.openxmlformats.org/officeDocument/2006/relationships/image" Target="../media/image57.svg"/><Relationship Id="rId5" Type="http://schemas.openxmlformats.org/officeDocument/2006/relationships/image" Target="../media/image56.png"/><Relationship Id="rId4" Type="http://schemas.openxmlformats.org/officeDocument/2006/relationships/image" Target="../media/image55.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svg"/><Relationship Id="rId1" Type="http://schemas.openxmlformats.org/officeDocument/2006/relationships/image" Target="../media/image60.png"/><Relationship Id="rId6" Type="http://schemas.openxmlformats.org/officeDocument/2006/relationships/image" Target="../media/image65.svg"/><Relationship Id="rId5" Type="http://schemas.openxmlformats.org/officeDocument/2006/relationships/image" Target="../media/image64.png"/><Relationship Id="rId4" Type="http://schemas.openxmlformats.org/officeDocument/2006/relationships/image" Target="../media/image6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EA609A8-0F0A-4B75-B743-DC8459A165D2}" type="doc">
      <dgm:prSet loTypeId="urn:microsoft.com/office/officeart/2005/8/layout/vList5" loCatId="list" qsTypeId="urn:microsoft.com/office/officeart/2005/8/quickstyle/3d2" qsCatId="3D" csTypeId="urn:microsoft.com/office/officeart/2005/8/colors/accent1_2" csCatId="accent1" phldr="1"/>
      <dgm:spPr/>
      <dgm:t>
        <a:bodyPr/>
        <a:lstStyle/>
        <a:p>
          <a:endParaRPr lang="en-US"/>
        </a:p>
      </dgm:t>
    </dgm:pt>
    <dgm:pt modelId="{7BBD6DF2-98D5-4C4E-8433-59FADAB48F55}">
      <dgm:prSet custT="1"/>
      <dgm:spPr/>
      <dgm:t>
        <a:bodyPr/>
        <a:lstStyle/>
        <a:p>
          <a:r>
            <a:rPr lang="tr-TR" sz="1400" dirty="0"/>
            <a:t>Makine öğrenimi/yapay zeka, örüntü tanıma, istatistik ve </a:t>
          </a:r>
          <a:r>
            <a:rPr lang="tr-TR" sz="1400" dirty="0" err="1"/>
            <a:t>veritabanı</a:t>
          </a:r>
          <a:r>
            <a:rPr lang="tr-TR" sz="1400" dirty="0"/>
            <a:t> sistemlerinden fikirler alır</a:t>
          </a:r>
          <a:endParaRPr lang="en-US" sz="1400" dirty="0"/>
        </a:p>
      </dgm:t>
    </dgm:pt>
    <dgm:pt modelId="{450DB51B-68AF-4151-8A28-E60A2E975173}" type="parTrans" cxnId="{4C4C3DED-499E-4A43-86C8-A3C8CDCC1412}">
      <dgm:prSet/>
      <dgm:spPr/>
      <dgm:t>
        <a:bodyPr/>
        <a:lstStyle/>
        <a:p>
          <a:endParaRPr lang="en-US"/>
        </a:p>
      </dgm:t>
    </dgm:pt>
    <dgm:pt modelId="{6ED84074-6A62-4DE5-920C-297AD642BF2D}" type="sibTrans" cxnId="{4C4C3DED-499E-4A43-86C8-A3C8CDCC1412}">
      <dgm:prSet/>
      <dgm:spPr/>
      <dgm:t>
        <a:bodyPr/>
        <a:lstStyle/>
        <a:p>
          <a:endParaRPr lang="en-US"/>
        </a:p>
      </dgm:t>
    </dgm:pt>
    <dgm:pt modelId="{F1B7FBCF-7FD4-4FAF-9F16-8B59D1610784}">
      <dgm:prSet custT="1"/>
      <dgm:spPr/>
      <dgm:t>
        <a:bodyPr/>
        <a:lstStyle/>
        <a:p>
          <a:r>
            <a:rPr lang="tr-TR" sz="1800" dirty="0"/>
            <a:t>Geleneksel Teknikler yandaki nedenlerden dolayı uygun olmayabilir</a:t>
          </a:r>
          <a:r>
            <a:rPr lang="tr-TR" sz="1000" dirty="0"/>
            <a:t>:</a:t>
          </a:r>
          <a:endParaRPr lang="en-US" sz="1000" dirty="0"/>
        </a:p>
      </dgm:t>
    </dgm:pt>
    <dgm:pt modelId="{345AAC39-75E0-481C-80FB-8041ADA908E6}" type="parTrans" cxnId="{8631A12E-98C7-41FF-89C0-B68BCEDFD99F}">
      <dgm:prSet/>
      <dgm:spPr/>
      <dgm:t>
        <a:bodyPr/>
        <a:lstStyle/>
        <a:p>
          <a:endParaRPr lang="en-US"/>
        </a:p>
      </dgm:t>
    </dgm:pt>
    <dgm:pt modelId="{90457CB1-B446-458E-83ED-4E6ADDEED9D5}" type="sibTrans" cxnId="{8631A12E-98C7-41FF-89C0-B68BCEDFD99F}">
      <dgm:prSet/>
      <dgm:spPr/>
      <dgm:t>
        <a:bodyPr/>
        <a:lstStyle/>
        <a:p>
          <a:endParaRPr lang="en-US"/>
        </a:p>
      </dgm:t>
    </dgm:pt>
    <dgm:pt modelId="{9A24E136-F826-4FD2-8C09-5717982A094D}">
      <dgm:prSet custT="1"/>
      <dgm:spPr/>
      <dgm:t>
        <a:bodyPr/>
        <a:lstStyle/>
        <a:p>
          <a:r>
            <a:rPr lang="tr-TR" sz="1600" dirty="0"/>
            <a:t>Verilerin büyüklüğü</a:t>
          </a:r>
          <a:endParaRPr lang="en-US" sz="1600" dirty="0"/>
        </a:p>
      </dgm:t>
    </dgm:pt>
    <dgm:pt modelId="{08EE5E64-D886-44C0-ADCE-B9CB1FA86D35}" type="parTrans" cxnId="{80FE0F46-0E24-43DA-8F43-9EA87ECDC855}">
      <dgm:prSet/>
      <dgm:spPr/>
      <dgm:t>
        <a:bodyPr/>
        <a:lstStyle/>
        <a:p>
          <a:endParaRPr lang="en-US"/>
        </a:p>
      </dgm:t>
    </dgm:pt>
    <dgm:pt modelId="{F26A603B-DCEA-4EA7-B3F2-7E2A4F229921}" type="sibTrans" cxnId="{80FE0F46-0E24-43DA-8F43-9EA87ECDC855}">
      <dgm:prSet/>
      <dgm:spPr/>
      <dgm:t>
        <a:bodyPr/>
        <a:lstStyle/>
        <a:p>
          <a:endParaRPr lang="en-US"/>
        </a:p>
      </dgm:t>
    </dgm:pt>
    <dgm:pt modelId="{142EBF52-0068-4DE1-8541-99D6C96B9C48}">
      <dgm:prSet custT="1"/>
      <dgm:spPr/>
      <dgm:t>
        <a:bodyPr/>
        <a:lstStyle/>
        <a:p>
          <a:r>
            <a:rPr lang="tr-TR" sz="1600" dirty="0"/>
            <a:t>Verilerin yüksek boyutluluğu</a:t>
          </a:r>
          <a:endParaRPr lang="en-US" sz="1600" dirty="0"/>
        </a:p>
      </dgm:t>
    </dgm:pt>
    <dgm:pt modelId="{0D657EEE-406D-4CE5-A075-DF20740C4AD7}" type="parTrans" cxnId="{00E2C058-A599-419D-99CB-69ED5E376B4E}">
      <dgm:prSet/>
      <dgm:spPr/>
      <dgm:t>
        <a:bodyPr/>
        <a:lstStyle/>
        <a:p>
          <a:endParaRPr lang="en-US"/>
        </a:p>
      </dgm:t>
    </dgm:pt>
    <dgm:pt modelId="{2461304E-FDA6-4B88-B130-4EC6C51D2678}" type="sibTrans" cxnId="{00E2C058-A599-419D-99CB-69ED5E376B4E}">
      <dgm:prSet/>
      <dgm:spPr/>
      <dgm:t>
        <a:bodyPr/>
        <a:lstStyle/>
        <a:p>
          <a:endParaRPr lang="en-US"/>
        </a:p>
      </dgm:t>
    </dgm:pt>
    <dgm:pt modelId="{861E9159-8622-43FC-8EF7-6121240E1389}">
      <dgm:prSet custT="1"/>
      <dgm:spPr/>
      <dgm:t>
        <a:bodyPr/>
        <a:lstStyle/>
        <a:p>
          <a:r>
            <a:rPr lang="tr-TR" sz="1600" dirty="0"/>
            <a:t>Verinin heterojen, dağıtılmış doğası </a:t>
          </a:r>
          <a:endParaRPr lang="en-US" sz="1600" dirty="0"/>
        </a:p>
      </dgm:t>
    </dgm:pt>
    <dgm:pt modelId="{C4EBDCA3-747D-42E7-BDAA-C5C8A5528B4D}" type="parTrans" cxnId="{640FD3CE-59DD-4714-B76A-7DA0145832BE}">
      <dgm:prSet/>
      <dgm:spPr/>
      <dgm:t>
        <a:bodyPr/>
        <a:lstStyle/>
        <a:p>
          <a:endParaRPr lang="en-US"/>
        </a:p>
      </dgm:t>
    </dgm:pt>
    <dgm:pt modelId="{D9630447-7FBA-409A-AA9E-2996537BF064}" type="sibTrans" cxnId="{640FD3CE-59DD-4714-B76A-7DA0145832BE}">
      <dgm:prSet/>
      <dgm:spPr/>
      <dgm:t>
        <a:bodyPr/>
        <a:lstStyle/>
        <a:p>
          <a:endParaRPr lang="en-US"/>
        </a:p>
      </dgm:t>
    </dgm:pt>
    <dgm:pt modelId="{7846DA8F-BBBE-4A00-808F-577869024CB7}">
      <dgm:prSet custT="1"/>
      <dgm:spPr/>
      <dgm:t>
        <a:bodyPr/>
        <a:lstStyle/>
        <a:p>
          <a:r>
            <a:rPr lang="tr-TR" sz="1600" dirty="0"/>
            <a:t>Çoğu zaman verilerde kolaylıkla görülemeyen  gizli bilgiler  vardır.</a:t>
          </a:r>
          <a:endParaRPr lang="en-US" sz="1600" dirty="0"/>
        </a:p>
      </dgm:t>
    </dgm:pt>
    <dgm:pt modelId="{7FCC2546-98D7-4E9F-8F58-9776C1E86AD6}" type="parTrans" cxnId="{FEF48A4A-55F0-4E04-BB73-C2DC65751E61}">
      <dgm:prSet/>
      <dgm:spPr/>
      <dgm:t>
        <a:bodyPr/>
        <a:lstStyle/>
        <a:p>
          <a:endParaRPr lang="en-US"/>
        </a:p>
      </dgm:t>
    </dgm:pt>
    <dgm:pt modelId="{BBF4D9F0-4E53-466D-AF68-B548E8B54DD2}" type="sibTrans" cxnId="{FEF48A4A-55F0-4E04-BB73-C2DC65751E61}">
      <dgm:prSet/>
      <dgm:spPr/>
      <dgm:t>
        <a:bodyPr/>
        <a:lstStyle/>
        <a:p>
          <a:endParaRPr lang="en-US"/>
        </a:p>
      </dgm:t>
    </dgm:pt>
    <dgm:pt modelId="{57B7C9A2-285D-4315-B48B-F0205633C5FA}">
      <dgm:prSet custT="1"/>
      <dgm:spPr/>
      <dgm:t>
        <a:bodyPr/>
        <a:lstStyle/>
        <a:p>
          <a:r>
            <a:rPr lang="tr-TR" sz="1600" kern="1200" dirty="0"/>
            <a:t>İnsan analistlerin yararlı bilgileri </a:t>
          </a:r>
          <a:r>
            <a:rPr lang="tr-TR" sz="1600" kern="1200" dirty="0">
              <a:solidFill>
                <a:srgbClr val="000000">
                  <a:hueOff val="0"/>
                  <a:satOff val="0"/>
                  <a:lumOff val="0"/>
                  <a:alphaOff val="0"/>
                </a:srgbClr>
              </a:solidFill>
              <a:latin typeface="Calibri" panose="020F0502020204030204"/>
              <a:ea typeface="+mn-ea"/>
              <a:cs typeface="+mn-cs"/>
            </a:rPr>
            <a:t>keşfetmesi</a:t>
          </a:r>
          <a:r>
            <a:rPr lang="tr-TR" sz="1600" kern="1200" dirty="0"/>
            <a:t> haftalar alabilir</a:t>
          </a:r>
          <a:endParaRPr lang="en-US" sz="1600" kern="1200" dirty="0"/>
        </a:p>
      </dgm:t>
    </dgm:pt>
    <dgm:pt modelId="{DB6AC0DA-A676-48AA-874C-D5B5CF1DC3A2}" type="parTrans" cxnId="{323E70A1-563D-49A0-B32E-437DAB51E941}">
      <dgm:prSet/>
      <dgm:spPr/>
      <dgm:t>
        <a:bodyPr/>
        <a:lstStyle/>
        <a:p>
          <a:endParaRPr lang="en-US"/>
        </a:p>
      </dgm:t>
    </dgm:pt>
    <dgm:pt modelId="{9E843900-A1AD-4F26-A058-650F7522ED4A}" type="sibTrans" cxnId="{323E70A1-563D-49A0-B32E-437DAB51E941}">
      <dgm:prSet/>
      <dgm:spPr/>
      <dgm:t>
        <a:bodyPr/>
        <a:lstStyle/>
        <a:p>
          <a:endParaRPr lang="en-US"/>
        </a:p>
      </dgm:t>
    </dgm:pt>
    <dgm:pt modelId="{9E1D9810-A8C1-4CAA-A762-AD98A50EAD06}">
      <dgm:prSet custT="1"/>
      <dgm:spPr>
        <a:gradFill rotWithShape="0">
          <a:gsLst>
            <a:gs pos="0">
              <a:schemeClr val="accent1">
                <a:lumMod val="40000"/>
                <a:lumOff val="6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gradFill>
      </dgm:spPr>
      <dgm:t>
        <a:bodyPr/>
        <a:lstStyle/>
        <a:p>
          <a:r>
            <a:rPr lang="tr-TR" sz="1600" dirty="0"/>
            <a:t>Verilerin çoğu hiçbir zaman analiz edilmez</a:t>
          </a:r>
          <a:endParaRPr lang="en-US" sz="1600" dirty="0"/>
        </a:p>
      </dgm:t>
    </dgm:pt>
    <dgm:pt modelId="{58A088AE-FB7F-4875-9305-C79B12CEF3CE}" type="parTrans" cxnId="{0D5ECA52-EB26-4E6E-B4B4-BE1DBCB9A59C}">
      <dgm:prSet/>
      <dgm:spPr/>
      <dgm:t>
        <a:bodyPr/>
        <a:lstStyle/>
        <a:p>
          <a:endParaRPr lang="en-US"/>
        </a:p>
      </dgm:t>
    </dgm:pt>
    <dgm:pt modelId="{1DC0FA00-A17F-4B0D-BFEC-82641C26006C}" type="sibTrans" cxnId="{0D5ECA52-EB26-4E6E-B4B4-BE1DBCB9A59C}">
      <dgm:prSet/>
      <dgm:spPr/>
      <dgm:t>
        <a:bodyPr/>
        <a:lstStyle/>
        <a:p>
          <a:endParaRPr lang="en-US"/>
        </a:p>
      </dgm:t>
    </dgm:pt>
    <dgm:pt modelId="{A8B19009-A1A3-4700-9B35-AB3887150C68}" type="pres">
      <dgm:prSet presAssocID="{5EA609A8-0F0A-4B75-B743-DC8459A165D2}" presName="Name0" presStyleCnt="0">
        <dgm:presLayoutVars>
          <dgm:dir/>
          <dgm:animLvl val="lvl"/>
          <dgm:resizeHandles val="exact"/>
        </dgm:presLayoutVars>
      </dgm:prSet>
      <dgm:spPr/>
    </dgm:pt>
    <dgm:pt modelId="{4120E204-5D85-4AFE-9D48-327DAB483BE1}" type="pres">
      <dgm:prSet presAssocID="{7BBD6DF2-98D5-4C4E-8433-59FADAB48F55}" presName="linNode" presStyleCnt="0"/>
      <dgm:spPr/>
    </dgm:pt>
    <dgm:pt modelId="{0AD09255-8DE3-4AC0-AD72-7F85172BCBAF}" type="pres">
      <dgm:prSet presAssocID="{7BBD6DF2-98D5-4C4E-8433-59FADAB48F55}" presName="parentText" presStyleLbl="node1" presStyleIdx="0" presStyleCnt="5" custScaleX="173162" custScaleY="348949" custLinFactNeighborX="-19548" custLinFactNeighborY="25068">
        <dgm:presLayoutVars>
          <dgm:chMax val="1"/>
          <dgm:bulletEnabled val="1"/>
        </dgm:presLayoutVars>
      </dgm:prSet>
      <dgm:spPr/>
    </dgm:pt>
    <dgm:pt modelId="{136AD089-090E-4E71-B8DC-57CDFD9BF7EC}" type="pres">
      <dgm:prSet presAssocID="{6ED84074-6A62-4DE5-920C-297AD642BF2D}" presName="sp" presStyleCnt="0"/>
      <dgm:spPr/>
    </dgm:pt>
    <dgm:pt modelId="{79A1D97D-4999-4366-AEA5-1D0CFC18BD41}" type="pres">
      <dgm:prSet presAssocID="{F1B7FBCF-7FD4-4FAF-9F16-8B59D1610784}" presName="linNode" presStyleCnt="0"/>
      <dgm:spPr/>
    </dgm:pt>
    <dgm:pt modelId="{AD01B069-C1A5-42E5-8461-5CC2CD4C0B75}" type="pres">
      <dgm:prSet presAssocID="{F1B7FBCF-7FD4-4FAF-9F16-8B59D1610784}" presName="parentText" presStyleLbl="node1" presStyleIdx="1" presStyleCnt="5" custScaleX="116434" custScaleY="289646" custLinFactY="15315" custLinFactNeighborX="-12778" custLinFactNeighborY="100000">
        <dgm:presLayoutVars>
          <dgm:chMax val="1"/>
          <dgm:bulletEnabled val="1"/>
        </dgm:presLayoutVars>
      </dgm:prSet>
      <dgm:spPr/>
    </dgm:pt>
    <dgm:pt modelId="{249A341D-2C73-4CDC-8446-F48AC83D9854}" type="pres">
      <dgm:prSet presAssocID="{F1B7FBCF-7FD4-4FAF-9F16-8B59D1610784}" presName="descendantText" presStyleLbl="alignAccFollowNode1" presStyleIdx="0" presStyleCnt="1" custScaleX="63843" custScaleY="573397" custLinFactY="63482" custLinFactNeighborX="-10956" custLinFactNeighborY="100000">
        <dgm:presLayoutVars>
          <dgm:bulletEnabled val="1"/>
        </dgm:presLayoutVars>
      </dgm:prSet>
      <dgm:spPr/>
    </dgm:pt>
    <dgm:pt modelId="{E5ACCF14-58BD-4FE7-9089-209E3721229C}" type="pres">
      <dgm:prSet presAssocID="{90457CB1-B446-458E-83ED-4E6ADDEED9D5}" presName="sp" presStyleCnt="0"/>
      <dgm:spPr/>
    </dgm:pt>
    <dgm:pt modelId="{2CE3586D-18C6-4E22-B869-D40D960E21C4}" type="pres">
      <dgm:prSet presAssocID="{7846DA8F-BBBE-4A00-808F-577869024CB7}" presName="linNode" presStyleCnt="0"/>
      <dgm:spPr/>
    </dgm:pt>
    <dgm:pt modelId="{91EF3B14-5CEA-4DE1-AA60-2378C571253E}" type="pres">
      <dgm:prSet presAssocID="{7846DA8F-BBBE-4A00-808F-577869024CB7}" presName="parentText" presStyleLbl="node1" presStyleIdx="2" presStyleCnt="5" custScaleX="93546" custScaleY="423164" custLinFactY="100000" custLinFactNeighborX="-22043" custLinFactNeighborY="125647">
        <dgm:presLayoutVars>
          <dgm:chMax val="1"/>
          <dgm:bulletEnabled val="1"/>
        </dgm:presLayoutVars>
      </dgm:prSet>
      <dgm:spPr/>
    </dgm:pt>
    <dgm:pt modelId="{37ADD370-82B9-47D9-A4F8-DB3C85F4D86E}" type="pres">
      <dgm:prSet presAssocID="{BBF4D9F0-4E53-466D-AF68-B548E8B54DD2}" presName="sp" presStyleCnt="0"/>
      <dgm:spPr/>
    </dgm:pt>
    <dgm:pt modelId="{C3E6B862-28AA-427D-B751-09605F59CE23}" type="pres">
      <dgm:prSet presAssocID="{57B7C9A2-285D-4315-B48B-F0205633C5FA}" presName="linNode" presStyleCnt="0"/>
      <dgm:spPr/>
    </dgm:pt>
    <dgm:pt modelId="{83EF2584-B03A-4769-958B-9ECD4524E8C0}" type="pres">
      <dgm:prSet presAssocID="{57B7C9A2-285D-4315-B48B-F0205633C5FA}" presName="parentText" presStyleLbl="node1" presStyleIdx="3" presStyleCnt="5" custScaleX="112379" custScaleY="214801" custLinFactY="-100000" custLinFactNeighborX="75231" custLinFactNeighborY="-104522">
        <dgm:presLayoutVars>
          <dgm:chMax val="1"/>
          <dgm:bulletEnabled val="1"/>
        </dgm:presLayoutVars>
      </dgm:prSet>
      <dgm:spPr/>
    </dgm:pt>
    <dgm:pt modelId="{0039FDA9-2B31-4A9F-8C4B-90B5382ECFFE}" type="pres">
      <dgm:prSet presAssocID="{9E843900-A1AD-4F26-A058-650F7522ED4A}" presName="sp" presStyleCnt="0"/>
      <dgm:spPr/>
    </dgm:pt>
    <dgm:pt modelId="{E3794F6D-40C9-400F-8A43-05348992562A}" type="pres">
      <dgm:prSet presAssocID="{9E1D9810-A8C1-4CAA-A762-AD98A50EAD06}" presName="linNode" presStyleCnt="0"/>
      <dgm:spPr/>
    </dgm:pt>
    <dgm:pt modelId="{EAD2F5CC-2CDE-44CD-ABF8-D134409EA077}" type="pres">
      <dgm:prSet presAssocID="{9E1D9810-A8C1-4CAA-A762-AD98A50EAD06}" presName="parentText" presStyleLbl="node1" presStyleIdx="4" presStyleCnt="5" custScaleX="117963" custScaleY="154370" custLinFactY="-77453" custLinFactNeighborX="75714" custLinFactNeighborY="-100000">
        <dgm:presLayoutVars>
          <dgm:chMax val="1"/>
          <dgm:bulletEnabled val="1"/>
        </dgm:presLayoutVars>
      </dgm:prSet>
      <dgm:spPr/>
    </dgm:pt>
  </dgm:ptLst>
  <dgm:cxnLst>
    <dgm:cxn modelId="{B7691013-ED16-42A5-8B82-D1FF4A1AD0A8}" type="presOf" srcId="{7BBD6DF2-98D5-4C4E-8433-59FADAB48F55}" destId="{0AD09255-8DE3-4AC0-AD72-7F85172BCBAF}" srcOrd="0" destOrd="0" presId="urn:microsoft.com/office/officeart/2005/8/layout/vList5"/>
    <dgm:cxn modelId="{8631A12E-98C7-41FF-89C0-B68BCEDFD99F}" srcId="{5EA609A8-0F0A-4B75-B743-DC8459A165D2}" destId="{F1B7FBCF-7FD4-4FAF-9F16-8B59D1610784}" srcOrd="1" destOrd="0" parTransId="{345AAC39-75E0-481C-80FB-8041ADA908E6}" sibTransId="{90457CB1-B446-458E-83ED-4E6ADDEED9D5}"/>
    <dgm:cxn modelId="{87C43140-F58D-4FB2-A45D-5ED73B5EB09A}" type="presOf" srcId="{9E1D9810-A8C1-4CAA-A762-AD98A50EAD06}" destId="{EAD2F5CC-2CDE-44CD-ABF8-D134409EA077}" srcOrd="0" destOrd="0" presId="urn:microsoft.com/office/officeart/2005/8/layout/vList5"/>
    <dgm:cxn modelId="{1376455F-6C81-4EFD-84A5-DDEB49F3063C}" type="presOf" srcId="{142EBF52-0068-4DE1-8541-99D6C96B9C48}" destId="{249A341D-2C73-4CDC-8446-F48AC83D9854}" srcOrd="0" destOrd="1" presId="urn:microsoft.com/office/officeart/2005/8/layout/vList5"/>
    <dgm:cxn modelId="{80FE0F46-0E24-43DA-8F43-9EA87ECDC855}" srcId="{F1B7FBCF-7FD4-4FAF-9F16-8B59D1610784}" destId="{9A24E136-F826-4FD2-8C09-5717982A094D}" srcOrd="0" destOrd="0" parTransId="{08EE5E64-D886-44C0-ADCE-B9CB1FA86D35}" sibTransId="{F26A603B-DCEA-4EA7-B3F2-7E2A4F229921}"/>
    <dgm:cxn modelId="{FEF48A4A-55F0-4E04-BB73-C2DC65751E61}" srcId="{5EA609A8-0F0A-4B75-B743-DC8459A165D2}" destId="{7846DA8F-BBBE-4A00-808F-577869024CB7}" srcOrd="2" destOrd="0" parTransId="{7FCC2546-98D7-4E9F-8F58-9776C1E86AD6}" sibTransId="{BBF4D9F0-4E53-466D-AF68-B548E8B54DD2}"/>
    <dgm:cxn modelId="{CCDF7870-F659-4414-8691-A141FEA9A5C1}" type="presOf" srcId="{7846DA8F-BBBE-4A00-808F-577869024CB7}" destId="{91EF3B14-5CEA-4DE1-AA60-2378C571253E}" srcOrd="0" destOrd="0" presId="urn:microsoft.com/office/officeart/2005/8/layout/vList5"/>
    <dgm:cxn modelId="{0D5ECA52-EB26-4E6E-B4B4-BE1DBCB9A59C}" srcId="{5EA609A8-0F0A-4B75-B743-DC8459A165D2}" destId="{9E1D9810-A8C1-4CAA-A762-AD98A50EAD06}" srcOrd="4" destOrd="0" parTransId="{58A088AE-FB7F-4875-9305-C79B12CEF3CE}" sibTransId="{1DC0FA00-A17F-4B0D-BFEC-82641C26006C}"/>
    <dgm:cxn modelId="{00E2C058-A599-419D-99CB-69ED5E376B4E}" srcId="{F1B7FBCF-7FD4-4FAF-9F16-8B59D1610784}" destId="{142EBF52-0068-4DE1-8541-99D6C96B9C48}" srcOrd="1" destOrd="0" parTransId="{0D657EEE-406D-4CE5-A075-DF20740C4AD7}" sibTransId="{2461304E-FDA6-4B88-B130-4EC6C51D2678}"/>
    <dgm:cxn modelId="{E9D4898D-FBD7-49CB-A67F-FE72775FF8AB}" type="presOf" srcId="{5EA609A8-0F0A-4B75-B743-DC8459A165D2}" destId="{A8B19009-A1A3-4700-9B35-AB3887150C68}" srcOrd="0" destOrd="0" presId="urn:microsoft.com/office/officeart/2005/8/layout/vList5"/>
    <dgm:cxn modelId="{323E70A1-563D-49A0-B32E-437DAB51E941}" srcId="{5EA609A8-0F0A-4B75-B743-DC8459A165D2}" destId="{57B7C9A2-285D-4315-B48B-F0205633C5FA}" srcOrd="3" destOrd="0" parTransId="{DB6AC0DA-A676-48AA-874C-D5B5CF1DC3A2}" sibTransId="{9E843900-A1AD-4F26-A058-650F7522ED4A}"/>
    <dgm:cxn modelId="{0775A3AE-D6B0-496D-B122-2729512051F2}" type="presOf" srcId="{57B7C9A2-285D-4315-B48B-F0205633C5FA}" destId="{83EF2584-B03A-4769-958B-9ECD4524E8C0}" srcOrd="0" destOrd="0" presId="urn:microsoft.com/office/officeart/2005/8/layout/vList5"/>
    <dgm:cxn modelId="{EAFF75C5-1296-4060-8CF6-F7714B1D7D6F}" type="presOf" srcId="{861E9159-8622-43FC-8EF7-6121240E1389}" destId="{249A341D-2C73-4CDC-8446-F48AC83D9854}" srcOrd="0" destOrd="2" presId="urn:microsoft.com/office/officeart/2005/8/layout/vList5"/>
    <dgm:cxn modelId="{640FD3CE-59DD-4714-B76A-7DA0145832BE}" srcId="{F1B7FBCF-7FD4-4FAF-9F16-8B59D1610784}" destId="{861E9159-8622-43FC-8EF7-6121240E1389}" srcOrd="2" destOrd="0" parTransId="{C4EBDCA3-747D-42E7-BDAA-C5C8A5528B4D}" sibTransId="{D9630447-7FBA-409A-AA9E-2996537BF064}"/>
    <dgm:cxn modelId="{7A35C7E0-4A73-409F-B701-0AEE10CB3BC3}" type="presOf" srcId="{9A24E136-F826-4FD2-8C09-5717982A094D}" destId="{249A341D-2C73-4CDC-8446-F48AC83D9854}" srcOrd="0" destOrd="0" presId="urn:microsoft.com/office/officeart/2005/8/layout/vList5"/>
    <dgm:cxn modelId="{FCD94BE7-7750-4CF2-8E91-9E4F1C47DAC8}" type="presOf" srcId="{F1B7FBCF-7FD4-4FAF-9F16-8B59D1610784}" destId="{AD01B069-C1A5-42E5-8461-5CC2CD4C0B75}" srcOrd="0" destOrd="0" presId="urn:microsoft.com/office/officeart/2005/8/layout/vList5"/>
    <dgm:cxn modelId="{4C4C3DED-499E-4A43-86C8-A3C8CDCC1412}" srcId="{5EA609A8-0F0A-4B75-B743-DC8459A165D2}" destId="{7BBD6DF2-98D5-4C4E-8433-59FADAB48F55}" srcOrd="0" destOrd="0" parTransId="{450DB51B-68AF-4151-8A28-E60A2E975173}" sibTransId="{6ED84074-6A62-4DE5-920C-297AD642BF2D}"/>
    <dgm:cxn modelId="{C80A0013-DFEE-46F2-84B8-58C596B18AF6}" type="presParOf" srcId="{A8B19009-A1A3-4700-9B35-AB3887150C68}" destId="{4120E204-5D85-4AFE-9D48-327DAB483BE1}" srcOrd="0" destOrd="0" presId="urn:microsoft.com/office/officeart/2005/8/layout/vList5"/>
    <dgm:cxn modelId="{0F759E30-0132-4C6D-9863-23A1A5E22012}" type="presParOf" srcId="{4120E204-5D85-4AFE-9D48-327DAB483BE1}" destId="{0AD09255-8DE3-4AC0-AD72-7F85172BCBAF}" srcOrd="0" destOrd="0" presId="urn:microsoft.com/office/officeart/2005/8/layout/vList5"/>
    <dgm:cxn modelId="{66652ED0-B61B-4F9B-A454-13D89FF2AB10}" type="presParOf" srcId="{A8B19009-A1A3-4700-9B35-AB3887150C68}" destId="{136AD089-090E-4E71-B8DC-57CDFD9BF7EC}" srcOrd="1" destOrd="0" presId="urn:microsoft.com/office/officeart/2005/8/layout/vList5"/>
    <dgm:cxn modelId="{51898702-49EA-4D47-889D-222535F7A865}" type="presParOf" srcId="{A8B19009-A1A3-4700-9B35-AB3887150C68}" destId="{79A1D97D-4999-4366-AEA5-1D0CFC18BD41}" srcOrd="2" destOrd="0" presId="urn:microsoft.com/office/officeart/2005/8/layout/vList5"/>
    <dgm:cxn modelId="{43BCC2D1-F3C9-4238-A18C-53E820EDF806}" type="presParOf" srcId="{79A1D97D-4999-4366-AEA5-1D0CFC18BD41}" destId="{AD01B069-C1A5-42E5-8461-5CC2CD4C0B75}" srcOrd="0" destOrd="0" presId="urn:microsoft.com/office/officeart/2005/8/layout/vList5"/>
    <dgm:cxn modelId="{C5CA440B-0EC2-43EB-856E-33C0A25017F1}" type="presParOf" srcId="{79A1D97D-4999-4366-AEA5-1D0CFC18BD41}" destId="{249A341D-2C73-4CDC-8446-F48AC83D9854}" srcOrd="1" destOrd="0" presId="urn:microsoft.com/office/officeart/2005/8/layout/vList5"/>
    <dgm:cxn modelId="{D34D95A0-DBF8-4BD8-A78C-C78177A59DED}" type="presParOf" srcId="{A8B19009-A1A3-4700-9B35-AB3887150C68}" destId="{E5ACCF14-58BD-4FE7-9089-209E3721229C}" srcOrd="3" destOrd="0" presId="urn:microsoft.com/office/officeart/2005/8/layout/vList5"/>
    <dgm:cxn modelId="{9E769D32-20A1-4E27-A240-7B39936D5B1C}" type="presParOf" srcId="{A8B19009-A1A3-4700-9B35-AB3887150C68}" destId="{2CE3586D-18C6-4E22-B869-D40D960E21C4}" srcOrd="4" destOrd="0" presId="urn:microsoft.com/office/officeart/2005/8/layout/vList5"/>
    <dgm:cxn modelId="{D1BF1574-6A20-47CD-BC9E-30D9CAD551E0}" type="presParOf" srcId="{2CE3586D-18C6-4E22-B869-D40D960E21C4}" destId="{91EF3B14-5CEA-4DE1-AA60-2378C571253E}" srcOrd="0" destOrd="0" presId="urn:microsoft.com/office/officeart/2005/8/layout/vList5"/>
    <dgm:cxn modelId="{DDFAC94A-EE53-4C82-8C69-4BBEA0A4585E}" type="presParOf" srcId="{A8B19009-A1A3-4700-9B35-AB3887150C68}" destId="{37ADD370-82B9-47D9-A4F8-DB3C85F4D86E}" srcOrd="5" destOrd="0" presId="urn:microsoft.com/office/officeart/2005/8/layout/vList5"/>
    <dgm:cxn modelId="{A4FBA44B-574F-4F0E-9A4A-2AAD3AFF0657}" type="presParOf" srcId="{A8B19009-A1A3-4700-9B35-AB3887150C68}" destId="{C3E6B862-28AA-427D-B751-09605F59CE23}" srcOrd="6" destOrd="0" presId="urn:microsoft.com/office/officeart/2005/8/layout/vList5"/>
    <dgm:cxn modelId="{B720DFB4-0685-48D6-A87D-8E170F1518D5}" type="presParOf" srcId="{C3E6B862-28AA-427D-B751-09605F59CE23}" destId="{83EF2584-B03A-4769-958B-9ECD4524E8C0}" srcOrd="0" destOrd="0" presId="urn:microsoft.com/office/officeart/2005/8/layout/vList5"/>
    <dgm:cxn modelId="{312AF35E-FE46-4871-B414-E24139ACBD84}" type="presParOf" srcId="{A8B19009-A1A3-4700-9B35-AB3887150C68}" destId="{0039FDA9-2B31-4A9F-8C4B-90B5382ECFFE}" srcOrd="7" destOrd="0" presId="urn:microsoft.com/office/officeart/2005/8/layout/vList5"/>
    <dgm:cxn modelId="{6C2C408C-FBB1-4567-86E4-542F5AA2CFE4}" type="presParOf" srcId="{A8B19009-A1A3-4700-9B35-AB3887150C68}" destId="{E3794F6D-40C9-400F-8A43-05348992562A}" srcOrd="8" destOrd="0" presId="urn:microsoft.com/office/officeart/2005/8/layout/vList5"/>
    <dgm:cxn modelId="{A687BE1B-1314-4D0D-B610-B3C1D17B0F4A}" type="presParOf" srcId="{E3794F6D-40C9-400F-8A43-05348992562A}" destId="{EAD2F5CC-2CDE-44CD-ABF8-D134409EA077}" srcOrd="0" destOrd="0" presId="urn:microsoft.com/office/officeart/2005/8/layout/vList5"/>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DD55D1D-D04C-451C-A64F-9E30EF4A5843}"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C3A6CB34-32A8-4FF5-BE21-87B3CC2C982F}">
      <dgm:prSet/>
      <dgm:spPr/>
      <dgm:t>
        <a:bodyPr/>
        <a:lstStyle/>
        <a:p>
          <a:r>
            <a:rPr lang="tr-TR" b="1" dirty="0"/>
            <a:t>Bilişim Sistemleri </a:t>
          </a:r>
          <a:endParaRPr lang="en-US" b="1" dirty="0"/>
        </a:p>
      </dgm:t>
    </dgm:pt>
    <dgm:pt modelId="{3AB9F39F-98B6-4A2C-8990-9D88865CB402}" type="parTrans" cxnId="{605AE874-08B6-41DC-8D29-5B0D22D1A49B}">
      <dgm:prSet/>
      <dgm:spPr/>
      <dgm:t>
        <a:bodyPr/>
        <a:lstStyle/>
        <a:p>
          <a:endParaRPr lang="en-US"/>
        </a:p>
      </dgm:t>
    </dgm:pt>
    <dgm:pt modelId="{49E5BFA9-2C34-4812-BD00-B254017D81BA}" type="sibTrans" cxnId="{605AE874-08B6-41DC-8D29-5B0D22D1A49B}">
      <dgm:prSet/>
      <dgm:spPr/>
      <dgm:t>
        <a:bodyPr/>
        <a:lstStyle/>
        <a:p>
          <a:endParaRPr lang="en-US"/>
        </a:p>
      </dgm:t>
    </dgm:pt>
    <dgm:pt modelId="{5F458D75-BC15-4CF9-A530-E62450BBC770}">
      <dgm:prSet/>
      <dgm:spPr/>
      <dgm:t>
        <a:bodyPr/>
        <a:lstStyle/>
        <a:p>
          <a:r>
            <a:rPr lang="tr-TR"/>
            <a:t>İstenmeyen web içerikleri ve mesajların belirlenmesi ve filtrelenmesi</a:t>
          </a:r>
          <a:endParaRPr lang="en-US"/>
        </a:p>
      </dgm:t>
    </dgm:pt>
    <dgm:pt modelId="{0453D7D1-6ACE-4468-AC29-54CF017AF204}" type="parTrans" cxnId="{534EEEDE-2B2A-42E0-B91D-94544B2FA415}">
      <dgm:prSet/>
      <dgm:spPr/>
      <dgm:t>
        <a:bodyPr/>
        <a:lstStyle/>
        <a:p>
          <a:endParaRPr lang="en-US"/>
        </a:p>
      </dgm:t>
    </dgm:pt>
    <dgm:pt modelId="{54BC526C-818B-447F-9FD2-4222A32DCC41}" type="sibTrans" cxnId="{534EEEDE-2B2A-42E0-B91D-94544B2FA415}">
      <dgm:prSet/>
      <dgm:spPr/>
      <dgm:t>
        <a:bodyPr/>
        <a:lstStyle/>
        <a:p>
          <a:endParaRPr lang="en-US"/>
        </a:p>
      </dgm:t>
    </dgm:pt>
    <dgm:pt modelId="{5762BB2A-5641-47F3-A5D8-A479D676F99E}">
      <dgm:prSet/>
      <dgm:spPr/>
      <dgm:t>
        <a:bodyPr/>
        <a:lstStyle/>
        <a:p>
          <a:r>
            <a:rPr lang="tr-TR"/>
            <a:t>Bilgisayar ağ güvenlik köprülerinin tespiti ve korunması</a:t>
          </a:r>
          <a:endParaRPr lang="en-US"/>
        </a:p>
      </dgm:t>
    </dgm:pt>
    <dgm:pt modelId="{14BACE2D-A952-4E82-B781-7DA05F3F86EC}" type="parTrans" cxnId="{075A7FC0-872B-49EA-8BB3-3BE12B0164AF}">
      <dgm:prSet/>
      <dgm:spPr/>
      <dgm:t>
        <a:bodyPr/>
        <a:lstStyle/>
        <a:p>
          <a:endParaRPr lang="en-US"/>
        </a:p>
      </dgm:t>
    </dgm:pt>
    <dgm:pt modelId="{F20026B9-2003-4723-84CF-FF3CCAE39541}" type="sibTrans" cxnId="{075A7FC0-872B-49EA-8BB3-3BE12B0164AF}">
      <dgm:prSet/>
      <dgm:spPr/>
      <dgm:t>
        <a:bodyPr/>
        <a:lstStyle/>
        <a:p>
          <a:endParaRPr lang="en-US"/>
        </a:p>
      </dgm:t>
    </dgm:pt>
    <dgm:pt modelId="{D8C4F5A2-34A1-4ACA-A66E-73B88A9BC1C2}" type="pres">
      <dgm:prSet presAssocID="{2DD55D1D-D04C-451C-A64F-9E30EF4A5843}" presName="root" presStyleCnt="0">
        <dgm:presLayoutVars>
          <dgm:dir/>
          <dgm:resizeHandles val="exact"/>
        </dgm:presLayoutVars>
      </dgm:prSet>
      <dgm:spPr/>
    </dgm:pt>
    <dgm:pt modelId="{02AA24F5-F561-462F-B8E3-010469606204}" type="pres">
      <dgm:prSet presAssocID="{C3A6CB34-32A8-4FF5-BE21-87B3CC2C982F}" presName="compNode" presStyleCnt="0"/>
      <dgm:spPr/>
    </dgm:pt>
    <dgm:pt modelId="{3B593990-B8C2-4D7D-A18B-9DE029F02FCC}" type="pres">
      <dgm:prSet presAssocID="{C3A6CB34-32A8-4FF5-BE21-87B3CC2C982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ilgisayar"/>
        </a:ext>
      </dgm:extLst>
    </dgm:pt>
    <dgm:pt modelId="{DE690750-7046-4A14-952E-15AE71F2F2CA}" type="pres">
      <dgm:prSet presAssocID="{C3A6CB34-32A8-4FF5-BE21-87B3CC2C982F}" presName="spaceRect" presStyleCnt="0"/>
      <dgm:spPr/>
    </dgm:pt>
    <dgm:pt modelId="{11B78EB0-1E18-477A-8CD4-0A663C39ACAD}" type="pres">
      <dgm:prSet presAssocID="{C3A6CB34-32A8-4FF5-BE21-87B3CC2C982F}" presName="textRect" presStyleLbl="revTx" presStyleIdx="0" presStyleCnt="3">
        <dgm:presLayoutVars>
          <dgm:chMax val="1"/>
          <dgm:chPref val="1"/>
        </dgm:presLayoutVars>
      </dgm:prSet>
      <dgm:spPr/>
    </dgm:pt>
    <dgm:pt modelId="{8459B750-37A4-44E3-B67D-BB65A71782B0}" type="pres">
      <dgm:prSet presAssocID="{49E5BFA9-2C34-4812-BD00-B254017D81BA}" presName="sibTrans" presStyleCnt="0"/>
      <dgm:spPr/>
    </dgm:pt>
    <dgm:pt modelId="{A8F6B1C5-3EB8-431D-BF24-1DBDE60F15AB}" type="pres">
      <dgm:prSet presAssocID="{5F458D75-BC15-4CF9-A530-E62450BBC770}" presName="compNode" presStyleCnt="0"/>
      <dgm:spPr/>
    </dgm:pt>
    <dgm:pt modelId="{D03CCD81-B264-488C-B3F9-0F81682D1884}" type="pres">
      <dgm:prSet presAssocID="{5F458D75-BC15-4CF9-A530-E62450BBC77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Yılan"/>
        </a:ext>
      </dgm:extLst>
    </dgm:pt>
    <dgm:pt modelId="{8952DBF1-11BF-4592-9D37-09F4383A3E91}" type="pres">
      <dgm:prSet presAssocID="{5F458D75-BC15-4CF9-A530-E62450BBC770}" presName="spaceRect" presStyleCnt="0"/>
      <dgm:spPr/>
    </dgm:pt>
    <dgm:pt modelId="{20632591-6944-4CC7-8158-1A61CEA19F4A}" type="pres">
      <dgm:prSet presAssocID="{5F458D75-BC15-4CF9-A530-E62450BBC770}" presName="textRect" presStyleLbl="revTx" presStyleIdx="1" presStyleCnt="3">
        <dgm:presLayoutVars>
          <dgm:chMax val="1"/>
          <dgm:chPref val="1"/>
        </dgm:presLayoutVars>
      </dgm:prSet>
      <dgm:spPr/>
    </dgm:pt>
    <dgm:pt modelId="{7464C409-226C-4777-AED0-567467847406}" type="pres">
      <dgm:prSet presAssocID="{54BC526C-818B-447F-9FD2-4222A32DCC41}" presName="sibTrans" presStyleCnt="0"/>
      <dgm:spPr/>
    </dgm:pt>
    <dgm:pt modelId="{9316A671-8689-4307-80D9-21AA7A2627C9}" type="pres">
      <dgm:prSet presAssocID="{5762BB2A-5641-47F3-A5D8-A479D676F99E}" presName="compNode" presStyleCnt="0"/>
      <dgm:spPr/>
    </dgm:pt>
    <dgm:pt modelId="{0BFBD3AC-AA9A-4340-85EF-1060087EE7DD}" type="pres">
      <dgm:prSet presAssocID="{5762BB2A-5641-47F3-A5D8-A479D676F99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züstü Bilgisayar"/>
        </a:ext>
      </dgm:extLst>
    </dgm:pt>
    <dgm:pt modelId="{DA810809-AB9F-4768-87C7-B79791CA4510}" type="pres">
      <dgm:prSet presAssocID="{5762BB2A-5641-47F3-A5D8-A479D676F99E}" presName="spaceRect" presStyleCnt="0"/>
      <dgm:spPr/>
    </dgm:pt>
    <dgm:pt modelId="{741AB938-4F0D-4531-B42F-D7B186246EBC}" type="pres">
      <dgm:prSet presAssocID="{5762BB2A-5641-47F3-A5D8-A479D676F99E}" presName="textRect" presStyleLbl="revTx" presStyleIdx="2" presStyleCnt="3">
        <dgm:presLayoutVars>
          <dgm:chMax val="1"/>
          <dgm:chPref val="1"/>
        </dgm:presLayoutVars>
      </dgm:prSet>
      <dgm:spPr/>
    </dgm:pt>
  </dgm:ptLst>
  <dgm:cxnLst>
    <dgm:cxn modelId="{D2640123-DF50-4DFC-8AA1-F54F454831E0}" type="presOf" srcId="{5F458D75-BC15-4CF9-A530-E62450BBC770}" destId="{20632591-6944-4CC7-8158-1A61CEA19F4A}" srcOrd="0" destOrd="0" presId="urn:microsoft.com/office/officeart/2018/2/layout/IconLabelList"/>
    <dgm:cxn modelId="{605AE874-08B6-41DC-8D29-5B0D22D1A49B}" srcId="{2DD55D1D-D04C-451C-A64F-9E30EF4A5843}" destId="{C3A6CB34-32A8-4FF5-BE21-87B3CC2C982F}" srcOrd="0" destOrd="0" parTransId="{3AB9F39F-98B6-4A2C-8990-9D88865CB402}" sibTransId="{49E5BFA9-2C34-4812-BD00-B254017D81BA}"/>
    <dgm:cxn modelId="{2330F157-CD5A-4FFE-986D-4AFCFD1403E4}" type="presOf" srcId="{2DD55D1D-D04C-451C-A64F-9E30EF4A5843}" destId="{D8C4F5A2-34A1-4ACA-A66E-73B88A9BC1C2}" srcOrd="0" destOrd="0" presId="urn:microsoft.com/office/officeart/2018/2/layout/IconLabelList"/>
    <dgm:cxn modelId="{DC8C7C7B-AF84-442C-ACE1-A85CF05F15D2}" type="presOf" srcId="{C3A6CB34-32A8-4FF5-BE21-87B3CC2C982F}" destId="{11B78EB0-1E18-477A-8CD4-0A663C39ACAD}" srcOrd="0" destOrd="0" presId="urn:microsoft.com/office/officeart/2018/2/layout/IconLabelList"/>
    <dgm:cxn modelId="{075A7FC0-872B-49EA-8BB3-3BE12B0164AF}" srcId="{2DD55D1D-D04C-451C-A64F-9E30EF4A5843}" destId="{5762BB2A-5641-47F3-A5D8-A479D676F99E}" srcOrd="2" destOrd="0" parTransId="{14BACE2D-A952-4E82-B781-7DA05F3F86EC}" sibTransId="{F20026B9-2003-4723-84CF-FF3CCAE39541}"/>
    <dgm:cxn modelId="{0F2915CA-0D9A-4AE7-BA36-9F2B451FEED9}" type="presOf" srcId="{5762BB2A-5641-47F3-A5D8-A479D676F99E}" destId="{741AB938-4F0D-4531-B42F-D7B186246EBC}" srcOrd="0" destOrd="0" presId="urn:microsoft.com/office/officeart/2018/2/layout/IconLabelList"/>
    <dgm:cxn modelId="{534EEEDE-2B2A-42E0-B91D-94544B2FA415}" srcId="{2DD55D1D-D04C-451C-A64F-9E30EF4A5843}" destId="{5F458D75-BC15-4CF9-A530-E62450BBC770}" srcOrd="1" destOrd="0" parTransId="{0453D7D1-6ACE-4468-AC29-54CF017AF204}" sibTransId="{54BC526C-818B-447F-9FD2-4222A32DCC41}"/>
    <dgm:cxn modelId="{1AB6AE01-5C5E-4ECC-8B3F-149DA8C8215B}" type="presParOf" srcId="{D8C4F5A2-34A1-4ACA-A66E-73B88A9BC1C2}" destId="{02AA24F5-F561-462F-B8E3-010469606204}" srcOrd="0" destOrd="0" presId="urn:microsoft.com/office/officeart/2018/2/layout/IconLabelList"/>
    <dgm:cxn modelId="{13815E6D-0FA0-41D8-A2FA-3CD6EE76856E}" type="presParOf" srcId="{02AA24F5-F561-462F-B8E3-010469606204}" destId="{3B593990-B8C2-4D7D-A18B-9DE029F02FCC}" srcOrd="0" destOrd="0" presId="urn:microsoft.com/office/officeart/2018/2/layout/IconLabelList"/>
    <dgm:cxn modelId="{0A5028CD-645B-4FFA-AFF8-B1D50F6329AC}" type="presParOf" srcId="{02AA24F5-F561-462F-B8E3-010469606204}" destId="{DE690750-7046-4A14-952E-15AE71F2F2CA}" srcOrd="1" destOrd="0" presId="urn:microsoft.com/office/officeart/2018/2/layout/IconLabelList"/>
    <dgm:cxn modelId="{35CFB559-84C4-49EF-A548-808CD11C2A87}" type="presParOf" srcId="{02AA24F5-F561-462F-B8E3-010469606204}" destId="{11B78EB0-1E18-477A-8CD4-0A663C39ACAD}" srcOrd="2" destOrd="0" presId="urn:microsoft.com/office/officeart/2018/2/layout/IconLabelList"/>
    <dgm:cxn modelId="{B4B76A68-0CB1-4A0D-8389-68ECC18D9DCF}" type="presParOf" srcId="{D8C4F5A2-34A1-4ACA-A66E-73B88A9BC1C2}" destId="{8459B750-37A4-44E3-B67D-BB65A71782B0}" srcOrd="1" destOrd="0" presId="urn:microsoft.com/office/officeart/2018/2/layout/IconLabelList"/>
    <dgm:cxn modelId="{7938D15C-CAAA-432D-9BF3-445510C37B39}" type="presParOf" srcId="{D8C4F5A2-34A1-4ACA-A66E-73B88A9BC1C2}" destId="{A8F6B1C5-3EB8-431D-BF24-1DBDE60F15AB}" srcOrd="2" destOrd="0" presId="urn:microsoft.com/office/officeart/2018/2/layout/IconLabelList"/>
    <dgm:cxn modelId="{93CF2C95-CB79-4333-8146-6EE85A807E33}" type="presParOf" srcId="{A8F6B1C5-3EB8-431D-BF24-1DBDE60F15AB}" destId="{D03CCD81-B264-488C-B3F9-0F81682D1884}" srcOrd="0" destOrd="0" presId="urn:microsoft.com/office/officeart/2018/2/layout/IconLabelList"/>
    <dgm:cxn modelId="{C27B38E9-C98A-47D8-8EEF-459E97985E53}" type="presParOf" srcId="{A8F6B1C5-3EB8-431D-BF24-1DBDE60F15AB}" destId="{8952DBF1-11BF-4592-9D37-09F4383A3E91}" srcOrd="1" destOrd="0" presId="urn:microsoft.com/office/officeart/2018/2/layout/IconLabelList"/>
    <dgm:cxn modelId="{813C9A58-A785-4C83-9693-619716D39088}" type="presParOf" srcId="{A8F6B1C5-3EB8-431D-BF24-1DBDE60F15AB}" destId="{20632591-6944-4CC7-8158-1A61CEA19F4A}" srcOrd="2" destOrd="0" presId="urn:microsoft.com/office/officeart/2018/2/layout/IconLabelList"/>
    <dgm:cxn modelId="{AC77F15C-0840-44A9-B79D-69F401CF867F}" type="presParOf" srcId="{D8C4F5A2-34A1-4ACA-A66E-73B88A9BC1C2}" destId="{7464C409-226C-4777-AED0-567467847406}" srcOrd="3" destOrd="0" presId="urn:microsoft.com/office/officeart/2018/2/layout/IconLabelList"/>
    <dgm:cxn modelId="{5806A34A-04B1-435F-9620-ABF4A37F4A30}" type="presParOf" srcId="{D8C4F5A2-34A1-4ACA-A66E-73B88A9BC1C2}" destId="{9316A671-8689-4307-80D9-21AA7A2627C9}" srcOrd="4" destOrd="0" presId="urn:microsoft.com/office/officeart/2018/2/layout/IconLabelList"/>
    <dgm:cxn modelId="{896E9D6C-2BB6-43A2-B442-1DD29BAE3DA9}" type="presParOf" srcId="{9316A671-8689-4307-80D9-21AA7A2627C9}" destId="{0BFBD3AC-AA9A-4340-85EF-1060087EE7DD}" srcOrd="0" destOrd="0" presId="urn:microsoft.com/office/officeart/2018/2/layout/IconLabelList"/>
    <dgm:cxn modelId="{BF5666AA-5AA0-453B-8D2B-43D482C8ABD5}" type="presParOf" srcId="{9316A671-8689-4307-80D9-21AA7A2627C9}" destId="{DA810809-AB9F-4768-87C7-B79791CA4510}" srcOrd="1" destOrd="0" presId="urn:microsoft.com/office/officeart/2018/2/layout/IconLabelList"/>
    <dgm:cxn modelId="{93BEAE7A-6EF8-412C-B139-F6F13920CF4A}" type="presParOf" srcId="{9316A671-8689-4307-80D9-21AA7A2627C9}" destId="{741AB938-4F0D-4531-B42F-D7B186246EBC}"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A1E5C29-2BC1-42FD-B40C-FD458D432C4B}"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D57F5196-E3CF-47D6-9D8E-7E9F38CCB2AB}">
      <dgm:prSet/>
      <dgm:spPr/>
      <dgm:t>
        <a:bodyPr/>
        <a:lstStyle/>
        <a:p>
          <a:pPr>
            <a:lnSpc>
              <a:spcPct val="100000"/>
            </a:lnSpc>
          </a:pPr>
          <a:r>
            <a:rPr lang="tr-TR" b="1"/>
            <a:t>Perakendecilik ve Lojistik</a:t>
          </a:r>
          <a:endParaRPr lang="en-US" b="1"/>
        </a:p>
      </dgm:t>
    </dgm:pt>
    <dgm:pt modelId="{271F0026-AD00-4890-9EC2-DAD71848F49A}" type="parTrans" cxnId="{227D62B6-EEF3-4E39-94F7-2DCEF67AA079}">
      <dgm:prSet/>
      <dgm:spPr/>
      <dgm:t>
        <a:bodyPr/>
        <a:lstStyle/>
        <a:p>
          <a:endParaRPr lang="en-US"/>
        </a:p>
      </dgm:t>
    </dgm:pt>
    <dgm:pt modelId="{B7CA95FC-EC75-40F0-A990-AE4C9D86AE1D}" type="sibTrans" cxnId="{227D62B6-EEF3-4E39-94F7-2DCEF67AA079}">
      <dgm:prSet/>
      <dgm:spPr/>
      <dgm:t>
        <a:bodyPr/>
        <a:lstStyle/>
        <a:p>
          <a:endParaRPr lang="en-US"/>
        </a:p>
      </dgm:t>
    </dgm:pt>
    <dgm:pt modelId="{A61FB273-4C79-4A56-A4B3-479180E315D4}">
      <dgm:prSet/>
      <dgm:spPr/>
      <dgm:t>
        <a:bodyPr/>
        <a:lstStyle/>
        <a:p>
          <a:pPr>
            <a:lnSpc>
              <a:spcPct val="100000"/>
            </a:lnSpc>
          </a:pPr>
          <a:r>
            <a:rPr lang="tr-TR"/>
            <a:t>Market-sepet analizi Lojistik optimizasyonu için farklı ürün tiplerine ait tüketim seviyelerinin tahmini </a:t>
          </a:r>
          <a:endParaRPr lang="en-US"/>
        </a:p>
      </dgm:t>
    </dgm:pt>
    <dgm:pt modelId="{B74E253A-4BAE-440D-9509-FE225AAF3305}" type="parTrans" cxnId="{2C03C2B2-6EED-41B1-ACE0-5F4BA090B1C9}">
      <dgm:prSet/>
      <dgm:spPr/>
      <dgm:t>
        <a:bodyPr/>
        <a:lstStyle/>
        <a:p>
          <a:endParaRPr lang="en-US"/>
        </a:p>
      </dgm:t>
    </dgm:pt>
    <dgm:pt modelId="{EDDF213F-6EBE-4141-B6AE-FA9B11C1A9CB}" type="sibTrans" cxnId="{2C03C2B2-6EED-41B1-ACE0-5F4BA090B1C9}">
      <dgm:prSet/>
      <dgm:spPr/>
      <dgm:t>
        <a:bodyPr/>
        <a:lstStyle/>
        <a:p>
          <a:endParaRPr lang="en-US"/>
        </a:p>
      </dgm:t>
    </dgm:pt>
    <dgm:pt modelId="{9BBCF631-DAC2-4B25-9F16-0C2341F05667}">
      <dgm:prSet/>
      <dgm:spPr/>
      <dgm:t>
        <a:bodyPr/>
        <a:lstStyle/>
        <a:p>
          <a:pPr>
            <a:lnSpc>
              <a:spcPct val="100000"/>
            </a:lnSpc>
          </a:pPr>
          <a:r>
            <a:rPr lang="tr-TR"/>
            <a:t>Tedarik zincirindeki ilginç örüntülerin keşfi</a:t>
          </a:r>
          <a:endParaRPr lang="en-US"/>
        </a:p>
      </dgm:t>
    </dgm:pt>
    <dgm:pt modelId="{75A51CC6-CB09-4776-BE6F-36C90500E65D}" type="parTrans" cxnId="{EC1F937C-0859-405E-A66B-1FCF23FA3331}">
      <dgm:prSet/>
      <dgm:spPr/>
      <dgm:t>
        <a:bodyPr/>
        <a:lstStyle/>
        <a:p>
          <a:endParaRPr lang="en-US"/>
        </a:p>
      </dgm:t>
    </dgm:pt>
    <dgm:pt modelId="{A3E36AA0-1DC0-4057-8BAE-4A2E06991CDC}" type="sibTrans" cxnId="{EC1F937C-0859-405E-A66B-1FCF23FA3331}">
      <dgm:prSet/>
      <dgm:spPr/>
      <dgm:t>
        <a:bodyPr/>
        <a:lstStyle/>
        <a:p>
          <a:endParaRPr lang="en-US"/>
        </a:p>
      </dgm:t>
    </dgm:pt>
    <dgm:pt modelId="{DC7415D4-B0FF-4046-9A6B-452CFE2B497E}" type="pres">
      <dgm:prSet presAssocID="{BA1E5C29-2BC1-42FD-B40C-FD458D432C4B}" presName="root" presStyleCnt="0">
        <dgm:presLayoutVars>
          <dgm:dir/>
          <dgm:resizeHandles val="exact"/>
        </dgm:presLayoutVars>
      </dgm:prSet>
      <dgm:spPr/>
    </dgm:pt>
    <dgm:pt modelId="{3257009F-4ECC-41A1-9E9F-BA93459092C6}" type="pres">
      <dgm:prSet presAssocID="{D57F5196-E3CF-47D6-9D8E-7E9F38CCB2AB}" presName="compNode" presStyleCnt="0"/>
      <dgm:spPr/>
    </dgm:pt>
    <dgm:pt modelId="{D27FAA8D-D164-4DBE-9081-F2AD418F8E33}" type="pres">
      <dgm:prSet presAssocID="{D57F5196-E3CF-47D6-9D8E-7E9F38CCB2A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ır"/>
        </a:ext>
      </dgm:extLst>
    </dgm:pt>
    <dgm:pt modelId="{DB7EB9AD-849C-4DAD-A180-8C0D8047A654}" type="pres">
      <dgm:prSet presAssocID="{D57F5196-E3CF-47D6-9D8E-7E9F38CCB2AB}" presName="spaceRect" presStyleCnt="0"/>
      <dgm:spPr/>
    </dgm:pt>
    <dgm:pt modelId="{F82BF91F-6BA8-4E1A-A264-3E83BB420956}" type="pres">
      <dgm:prSet presAssocID="{D57F5196-E3CF-47D6-9D8E-7E9F38CCB2AB}" presName="textRect" presStyleLbl="revTx" presStyleIdx="0" presStyleCnt="3">
        <dgm:presLayoutVars>
          <dgm:chMax val="1"/>
          <dgm:chPref val="1"/>
        </dgm:presLayoutVars>
      </dgm:prSet>
      <dgm:spPr/>
    </dgm:pt>
    <dgm:pt modelId="{C8B83FEB-E26F-4813-BF4C-91532C88631D}" type="pres">
      <dgm:prSet presAssocID="{B7CA95FC-EC75-40F0-A990-AE4C9D86AE1D}" presName="sibTrans" presStyleCnt="0"/>
      <dgm:spPr/>
    </dgm:pt>
    <dgm:pt modelId="{A81D7583-5D57-4B42-9B1E-AEA99DC0CD94}" type="pres">
      <dgm:prSet presAssocID="{A61FB273-4C79-4A56-A4B3-479180E315D4}" presName="compNode" presStyleCnt="0"/>
      <dgm:spPr/>
    </dgm:pt>
    <dgm:pt modelId="{7B9B7671-89EE-4F02-8069-1161EDFF63E5}" type="pres">
      <dgm:prSet presAssocID="{A61FB273-4C79-4A56-A4B3-479180E315D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hopping cart"/>
        </a:ext>
      </dgm:extLst>
    </dgm:pt>
    <dgm:pt modelId="{D29C2249-B936-4650-BD71-C31C4004D75C}" type="pres">
      <dgm:prSet presAssocID="{A61FB273-4C79-4A56-A4B3-479180E315D4}" presName="spaceRect" presStyleCnt="0"/>
      <dgm:spPr/>
    </dgm:pt>
    <dgm:pt modelId="{DA23DACD-676B-42D6-97F6-7FB672AB126C}" type="pres">
      <dgm:prSet presAssocID="{A61FB273-4C79-4A56-A4B3-479180E315D4}" presName="textRect" presStyleLbl="revTx" presStyleIdx="1" presStyleCnt="3">
        <dgm:presLayoutVars>
          <dgm:chMax val="1"/>
          <dgm:chPref val="1"/>
        </dgm:presLayoutVars>
      </dgm:prSet>
      <dgm:spPr/>
    </dgm:pt>
    <dgm:pt modelId="{EB570500-49A1-4832-B793-C5AC38AFF47E}" type="pres">
      <dgm:prSet presAssocID="{EDDF213F-6EBE-4141-B6AE-FA9B11C1A9CB}" presName="sibTrans" presStyleCnt="0"/>
      <dgm:spPr/>
    </dgm:pt>
    <dgm:pt modelId="{3DB293E0-DB8E-4577-94A4-F0B023492770}" type="pres">
      <dgm:prSet presAssocID="{9BBCF631-DAC2-4B25-9F16-0C2341F05667}" presName="compNode" presStyleCnt="0"/>
      <dgm:spPr/>
    </dgm:pt>
    <dgm:pt modelId="{52B536C4-4091-4FCC-94DA-09BA30E6FF96}" type="pres">
      <dgm:prSet presAssocID="{9BBCF631-DAC2-4B25-9F16-0C2341F0566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agnifying glass"/>
        </a:ext>
      </dgm:extLst>
    </dgm:pt>
    <dgm:pt modelId="{AA21B560-15C1-46AF-83D4-AD4956235E4E}" type="pres">
      <dgm:prSet presAssocID="{9BBCF631-DAC2-4B25-9F16-0C2341F05667}" presName="spaceRect" presStyleCnt="0"/>
      <dgm:spPr/>
    </dgm:pt>
    <dgm:pt modelId="{43C1F15E-940D-4092-B8CE-7959A20D0CAA}" type="pres">
      <dgm:prSet presAssocID="{9BBCF631-DAC2-4B25-9F16-0C2341F05667}" presName="textRect" presStyleLbl="revTx" presStyleIdx="2" presStyleCnt="3">
        <dgm:presLayoutVars>
          <dgm:chMax val="1"/>
          <dgm:chPref val="1"/>
        </dgm:presLayoutVars>
      </dgm:prSet>
      <dgm:spPr/>
    </dgm:pt>
  </dgm:ptLst>
  <dgm:cxnLst>
    <dgm:cxn modelId="{CB77AD04-85A2-4660-A584-F07109F9A883}" type="presOf" srcId="{A61FB273-4C79-4A56-A4B3-479180E315D4}" destId="{DA23DACD-676B-42D6-97F6-7FB672AB126C}" srcOrd="0" destOrd="0" presId="urn:microsoft.com/office/officeart/2018/2/layout/IconLabelList"/>
    <dgm:cxn modelId="{7AB9585C-BB50-4A4C-B88C-2B1D627F855B}" type="presOf" srcId="{D57F5196-E3CF-47D6-9D8E-7E9F38CCB2AB}" destId="{F82BF91F-6BA8-4E1A-A264-3E83BB420956}" srcOrd="0" destOrd="0" presId="urn:microsoft.com/office/officeart/2018/2/layout/IconLabelList"/>
    <dgm:cxn modelId="{CF7CCF4B-6DC7-4908-92D8-D390B46247A9}" type="presOf" srcId="{BA1E5C29-2BC1-42FD-B40C-FD458D432C4B}" destId="{DC7415D4-B0FF-4046-9A6B-452CFE2B497E}" srcOrd="0" destOrd="0" presId="urn:microsoft.com/office/officeart/2018/2/layout/IconLabelList"/>
    <dgm:cxn modelId="{3B5A3F4F-C684-482F-8D5F-FD63FF14C232}" type="presOf" srcId="{9BBCF631-DAC2-4B25-9F16-0C2341F05667}" destId="{43C1F15E-940D-4092-B8CE-7959A20D0CAA}" srcOrd="0" destOrd="0" presId="urn:microsoft.com/office/officeart/2018/2/layout/IconLabelList"/>
    <dgm:cxn modelId="{EC1F937C-0859-405E-A66B-1FCF23FA3331}" srcId="{BA1E5C29-2BC1-42FD-B40C-FD458D432C4B}" destId="{9BBCF631-DAC2-4B25-9F16-0C2341F05667}" srcOrd="2" destOrd="0" parTransId="{75A51CC6-CB09-4776-BE6F-36C90500E65D}" sibTransId="{A3E36AA0-1DC0-4057-8BAE-4A2E06991CDC}"/>
    <dgm:cxn modelId="{2C03C2B2-6EED-41B1-ACE0-5F4BA090B1C9}" srcId="{BA1E5C29-2BC1-42FD-B40C-FD458D432C4B}" destId="{A61FB273-4C79-4A56-A4B3-479180E315D4}" srcOrd="1" destOrd="0" parTransId="{B74E253A-4BAE-440D-9509-FE225AAF3305}" sibTransId="{EDDF213F-6EBE-4141-B6AE-FA9B11C1A9CB}"/>
    <dgm:cxn modelId="{227D62B6-EEF3-4E39-94F7-2DCEF67AA079}" srcId="{BA1E5C29-2BC1-42FD-B40C-FD458D432C4B}" destId="{D57F5196-E3CF-47D6-9D8E-7E9F38CCB2AB}" srcOrd="0" destOrd="0" parTransId="{271F0026-AD00-4890-9EC2-DAD71848F49A}" sibTransId="{B7CA95FC-EC75-40F0-A990-AE4C9D86AE1D}"/>
    <dgm:cxn modelId="{30566373-DD0A-4650-A7B8-FA907F6E5598}" type="presParOf" srcId="{DC7415D4-B0FF-4046-9A6B-452CFE2B497E}" destId="{3257009F-4ECC-41A1-9E9F-BA93459092C6}" srcOrd="0" destOrd="0" presId="urn:microsoft.com/office/officeart/2018/2/layout/IconLabelList"/>
    <dgm:cxn modelId="{923A1E7D-917C-4292-A1DD-558AC212A0EE}" type="presParOf" srcId="{3257009F-4ECC-41A1-9E9F-BA93459092C6}" destId="{D27FAA8D-D164-4DBE-9081-F2AD418F8E33}" srcOrd="0" destOrd="0" presId="urn:microsoft.com/office/officeart/2018/2/layout/IconLabelList"/>
    <dgm:cxn modelId="{FDCC2425-E5D4-4748-939B-96FD1B0F8E0E}" type="presParOf" srcId="{3257009F-4ECC-41A1-9E9F-BA93459092C6}" destId="{DB7EB9AD-849C-4DAD-A180-8C0D8047A654}" srcOrd="1" destOrd="0" presId="urn:microsoft.com/office/officeart/2018/2/layout/IconLabelList"/>
    <dgm:cxn modelId="{A60A2DA6-2822-4D1E-AA43-76CD7FFDE631}" type="presParOf" srcId="{3257009F-4ECC-41A1-9E9F-BA93459092C6}" destId="{F82BF91F-6BA8-4E1A-A264-3E83BB420956}" srcOrd="2" destOrd="0" presId="urn:microsoft.com/office/officeart/2018/2/layout/IconLabelList"/>
    <dgm:cxn modelId="{901063B3-C81A-4519-8ABC-2F59F3412739}" type="presParOf" srcId="{DC7415D4-B0FF-4046-9A6B-452CFE2B497E}" destId="{C8B83FEB-E26F-4813-BF4C-91532C88631D}" srcOrd="1" destOrd="0" presId="urn:microsoft.com/office/officeart/2018/2/layout/IconLabelList"/>
    <dgm:cxn modelId="{AD549C83-7903-4CDE-8C9F-9A071A354DEA}" type="presParOf" srcId="{DC7415D4-B0FF-4046-9A6B-452CFE2B497E}" destId="{A81D7583-5D57-4B42-9B1E-AEA99DC0CD94}" srcOrd="2" destOrd="0" presId="urn:microsoft.com/office/officeart/2018/2/layout/IconLabelList"/>
    <dgm:cxn modelId="{4F3A1366-A33B-4ECA-9926-6D3D046E053B}" type="presParOf" srcId="{A81D7583-5D57-4B42-9B1E-AEA99DC0CD94}" destId="{7B9B7671-89EE-4F02-8069-1161EDFF63E5}" srcOrd="0" destOrd="0" presId="urn:microsoft.com/office/officeart/2018/2/layout/IconLabelList"/>
    <dgm:cxn modelId="{6E0ADF40-BF22-4B2C-8401-458F6EBE226B}" type="presParOf" srcId="{A81D7583-5D57-4B42-9B1E-AEA99DC0CD94}" destId="{D29C2249-B936-4650-BD71-C31C4004D75C}" srcOrd="1" destOrd="0" presId="urn:microsoft.com/office/officeart/2018/2/layout/IconLabelList"/>
    <dgm:cxn modelId="{9E74C9F1-38AE-4605-AAAF-9D00A2F93C2D}" type="presParOf" srcId="{A81D7583-5D57-4B42-9B1E-AEA99DC0CD94}" destId="{DA23DACD-676B-42D6-97F6-7FB672AB126C}" srcOrd="2" destOrd="0" presId="urn:microsoft.com/office/officeart/2018/2/layout/IconLabelList"/>
    <dgm:cxn modelId="{FBC1C974-7F0E-4F93-9AC7-05C9C8831AE2}" type="presParOf" srcId="{DC7415D4-B0FF-4046-9A6B-452CFE2B497E}" destId="{EB570500-49A1-4832-B793-C5AC38AFF47E}" srcOrd="3" destOrd="0" presId="urn:microsoft.com/office/officeart/2018/2/layout/IconLabelList"/>
    <dgm:cxn modelId="{BB47C4E6-AC2B-47C9-96DC-D68C801AA973}" type="presParOf" srcId="{DC7415D4-B0FF-4046-9A6B-452CFE2B497E}" destId="{3DB293E0-DB8E-4577-94A4-F0B023492770}" srcOrd="4" destOrd="0" presId="urn:microsoft.com/office/officeart/2018/2/layout/IconLabelList"/>
    <dgm:cxn modelId="{CFE30B08-DE31-4CD1-A9E6-7A9AC31B2328}" type="presParOf" srcId="{3DB293E0-DB8E-4577-94A4-F0B023492770}" destId="{52B536C4-4091-4FCC-94DA-09BA30E6FF96}" srcOrd="0" destOrd="0" presId="urn:microsoft.com/office/officeart/2018/2/layout/IconLabelList"/>
    <dgm:cxn modelId="{05EAD66F-69E0-4114-B037-31E6CB43F125}" type="presParOf" srcId="{3DB293E0-DB8E-4577-94A4-F0B023492770}" destId="{AA21B560-15C1-46AF-83D4-AD4956235E4E}" srcOrd="1" destOrd="0" presId="urn:microsoft.com/office/officeart/2018/2/layout/IconLabelList"/>
    <dgm:cxn modelId="{EF7042F5-76A5-4AF9-B826-BCF2E968D2CE}" type="presParOf" srcId="{3DB293E0-DB8E-4577-94A4-F0B023492770}" destId="{43C1F15E-940D-4092-B8CE-7959A20D0CAA}"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6DC54D2-6572-4BA9-8F6D-AD4601C9931B}" type="doc">
      <dgm:prSet loTypeId="urn:microsoft.com/office/officeart/2018/2/layout/IconVerticalSolidList" loCatId="icon" qsTypeId="urn:microsoft.com/office/officeart/2005/8/quickstyle/simple1" qsCatId="simple" csTypeId="urn:microsoft.com/office/officeart/2018/5/colors/Iconchunking_neutralbg_accent1_2" csCatId="accent1" phldr="1"/>
      <dgm:spPr/>
      <dgm:t>
        <a:bodyPr/>
        <a:lstStyle/>
        <a:p>
          <a:endParaRPr lang="en-US"/>
        </a:p>
      </dgm:t>
    </dgm:pt>
    <dgm:pt modelId="{C4A6F2D3-CBF7-46F3-9F76-8D8713A7DD0F}">
      <dgm:prSet/>
      <dgm:spPr/>
      <dgm:t>
        <a:bodyPr/>
        <a:lstStyle/>
        <a:p>
          <a:pPr>
            <a:lnSpc>
              <a:spcPct val="100000"/>
            </a:lnSpc>
          </a:pPr>
          <a:r>
            <a:rPr lang="tr-TR" b="1"/>
            <a:t>Eğlence </a:t>
          </a:r>
          <a:endParaRPr lang="en-US" b="1"/>
        </a:p>
      </dgm:t>
    </dgm:pt>
    <dgm:pt modelId="{5FC7C0C4-1C17-476E-B259-9CEC256C99B3}" type="parTrans" cxnId="{3B4819CC-5FD4-4694-9D98-AE81DF9739B2}">
      <dgm:prSet/>
      <dgm:spPr/>
      <dgm:t>
        <a:bodyPr/>
        <a:lstStyle/>
        <a:p>
          <a:endParaRPr lang="en-US"/>
        </a:p>
      </dgm:t>
    </dgm:pt>
    <dgm:pt modelId="{533772AB-A3BB-46AA-A336-16A266DB938B}" type="sibTrans" cxnId="{3B4819CC-5FD4-4694-9D98-AE81DF9739B2}">
      <dgm:prSet/>
      <dgm:spPr/>
      <dgm:t>
        <a:bodyPr/>
        <a:lstStyle/>
        <a:p>
          <a:pPr>
            <a:lnSpc>
              <a:spcPct val="100000"/>
            </a:lnSpc>
          </a:pPr>
          <a:endParaRPr lang="en-US"/>
        </a:p>
      </dgm:t>
    </dgm:pt>
    <dgm:pt modelId="{9D7E5E2F-D4B0-4956-9857-BCD1598780FB}">
      <dgm:prSet/>
      <dgm:spPr/>
      <dgm:t>
        <a:bodyPr/>
        <a:lstStyle/>
        <a:p>
          <a:pPr>
            <a:lnSpc>
              <a:spcPct val="100000"/>
            </a:lnSpc>
          </a:pPr>
          <a:r>
            <a:rPr lang="tr-TR"/>
            <a:t>Prime-time’da gösterilecek programlara ve reklamlara nerede yer verilmesi gerektiğine karar verilmesi </a:t>
          </a:r>
          <a:endParaRPr lang="en-US"/>
        </a:p>
      </dgm:t>
    </dgm:pt>
    <dgm:pt modelId="{9D2E8CC3-A96F-420A-A964-C72F42B2E7F6}" type="parTrans" cxnId="{4E89A272-72FA-48AF-9E87-A3182A9E0F19}">
      <dgm:prSet/>
      <dgm:spPr/>
      <dgm:t>
        <a:bodyPr/>
        <a:lstStyle/>
        <a:p>
          <a:endParaRPr lang="en-US"/>
        </a:p>
      </dgm:t>
    </dgm:pt>
    <dgm:pt modelId="{619683F8-83F2-45AA-8611-32A3D7824831}" type="sibTrans" cxnId="{4E89A272-72FA-48AF-9E87-A3182A9E0F19}">
      <dgm:prSet/>
      <dgm:spPr/>
      <dgm:t>
        <a:bodyPr/>
        <a:lstStyle/>
        <a:p>
          <a:pPr>
            <a:lnSpc>
              <a:spcPct val="100000"/>
            </a:lnSpc>
          </a:pPr>
          <a:endParaRPr lang="en-US"/>
        </a:p>
      </dgm:t>
    </dgm:pt>
    <dgm:pt modelId="{3902FB31-1B7A-4DB8-BFEC-AC941379606C}">
      <dgm:prSet/>
      <dgm:spPr/>
      <dgm:t>
        <a:bodyPr/>
        <a:lstStyle/>
        <a:p>
          <a:pPr>
            <a:lnSpc>
              <a:spcPct val="100000"/>
            </a:lnSpc>
          </a:pPr>
          <a:r>
            <a:rPr lang="tr-TR"/>
            <a:t>Filmlerin finansal başarısının tahmini</a:t>
          </a:r>
          <a:endParaRPr lang="en-US"/>
        </a:p>
      </dgm:t>
    </dgm:pt>
    <dgm:pt modelId="{17B262DC-476E-4BEA-87CA-D91C93437E54}" type="parTrans" cxnId="{878F5FC0-FED2-46A9-855E-C2E36C5E541A}">
      <dgm:prSet/>
      <dgm:spPr/>
      <dgm:t>
        <a:bodyPr/>
        <a:lstStyle/>
        <a:p>
          <a:endParaRPr lang="en-US"/>
        </a:p>
      </dgm:t>
    </dgm:pt>
    <dgm:pt modelId="{6E5DF822-B0AC-4E26-8993-E5A696633A06}" type="sibTrans" cxnId="{878F5FC0-FED2-46A9-855E-C2E36C5E541A}">
      <dgm:prSet/>
      <dgm:spPr/>
      <dgm:t>
        <a:bodyPr/>
        <a:lstStyle/>
        <a:p>
          <a:endParaRPr lang="en-US"/>
        </a:p>
      </dgm:t>
    </dgm:pt>
    <dgm:pt modelId="{D26F30DF-0F48-48A6-B57E-4CC20E855479}" type="pres">
      <dgm:prSet presAssocID="{F6DC54D2-6572-4BA9-8F6D-AD4601C9931B}" presName="root" presStyleCnt="0">
        <dgm:presLayoutVars>
          <dgm:dir/>
          <dgm:resizeHandles val="exact"/>
        </dgm:presLayoutVars>
      </dgm:prSet>
      <dgm:spPr/>
    </dgm:pt>
    <dgm:pt modelId="{5221676F-338B-40B2-88B3-11765EF8E09E}" type="pres">
      <dgm:prSet presAssocID="{C4A6F2D3-CBF7-46F3-9F76-8D8713A7DD0F}" presName="compNode" presStyleCnt="0"/>
      <dgm:spPr/>
    </dgm:pt>
    <dgm:pt modelId="{B180CA8B-5DF7-4A4F-83DF-6A80668C4CCA}" type="pres">
      <dgm:prSet presAssocID="{C4A6F2D3-CBF7-46F3-9F76-8D8713A7DD0F}" presName="bgRect" presStyleLbl="bgShp" presStyleIdx="0" presStyleCnt="3"/>
      <dgm:spPr/>
    </dgm:pt>
    <dgm:pt modelId="{0F4B875F-50E5-4F75-83CF-37426AA0B784}" type="pres">
      <dgm:prSet presAssocID="{C4A6F2D3-CBF7-46F3-9F76-8D8713A7DD0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ns"/>
        </a:ext>
      </dgm:extLst>
    </dgm:pt>
    <dgm:pt modelId="{4D230CBA-3ADD-4259-AC4A-B57CC628AF3E}" type="pres">
      <dgm:prSet presAssocID="{C4A6F2D3-CBF7-46F3-9F76-8D8713A7DD0F}" presName="spaceRect" presStyleCnt="0"/>
      <dgm:spPr/>
    </dgm:pt>
    <dgm:pt modelId="{2E94BC91-BD2F-46FD-ABCE-90E3A3DA39C3}" type="pres">
      <dgm:prSet presAssocID="{C4A6F2D3-CBF7-46F3-9F76-8D8713A7DD0F}" presName="parTx" presStyleLbl="revTx" presStyleIdx="0" presStyleCnt="3">
        <dgm:presLayoutVars>
          <dgm:chMax val="0"/>
          <dgm:chPref val="0"/>
        </dgm:presLayoutVars>
      </dgm:prSet>
      <dgm:spPr/>
    </dgm:pt>
    <dgm:pt modelId="{473AB021-055C-452C-8680-684BA01FE3CA}" type="pres">
      <dgm:prSet presAssocID="{533772AB-A3BB-46AA-A336-16A266DB938B}" presName="sibTrans" presStyleCnt="0"/>
      <dgm:spPr/>
    </dgm:pt>
    <dgm:pt modelId="{3B25CD34-41DD-4602-8124-25D1C873391F}" type="pres">
      <dgm:prSet presAssocID="{9D7E5E2F-D4B0-4956-9857-BCD1598780FB}" presName="compNode" presStyleCnt="0"/>
      <dgm:spPr/>
    </dgm:pt>
    <dgm:pt modelId="{4C36B367-B6A3-4322-861A-3823EA1EBBD9}" type="pres">
      <dgm:prSet presAssocID="{9D7E5E2F-D4B0-4956-9857-BCD1598780FB}" presName="bgRect" presStyleLbl="bgShp" presStyleIdx="1" presStyleCnt="3"/>
      <dgm:spPr/>
    </dgm:pt>
    <dgm:pt modelId="{AD8C0662-54E6-4EC6-B2A3-1DE2870E84AE}" type="pres">
      <dgm:prSet presAssocID="{9D7E5E2F-D4B0-4956-9857-BCD1598780F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Onay işareti"/>
        </a:ext>
      </dgm:extLst>
    </dgm:pt>
    <dgm:pt modelId="{F83E0C16-223D-4E5B-B2AA-AA6986DC95B5}" type="pres">
      <dgm:prSet presAssocID="{9D7E5E2F-D4B0-4956-9857-BCD1598780FB}" presName="spaceRect" presStyleCnt="0"/>
      <dgm:spPr/>
    </dgm:pt>
    <dgm:pt modelId="{39A27BE1-D500-49B4-8A04-350DB4934F3C}" type="pres">
      <dgm:prSet presAssocID="{9D7E5E2F-D4B0-4956-9857-BCD1598780FB}" presName="parTx" presStyleLbl="revTx" presStyleIdx="1" presStyleCnt="3">
        <dgm:presLayoutVars>
          <dgm:chMax val="0"/>
          <dgm:chPref val="0"/>
        </dgm:presLayoutVars>
      </dgm:prSet>
      <dgm:spPr/>
    </dgm:pt>
    <dgm:pt modelId="{D4E03A0A-DDDC-4BB8-8174-F25C9900D073}" type="pres">
      <dgm:prSet presAssocID="{619683F8-83F2-45AA-8611-32A3D7824831}" presName="sibTrans" presStyleCnt="0"/>
      <dgm:spPr/>
    </dgm:pt>
    <dgm:pt modelId="{531B1472-4613-4D18-8628-7D591B5821E8}" type="pres">
      <dgm:prSet presAssocID="{3902FB31-1B7A-4DB8-BFEC-AC941379606C}" presName="compNode" presStyleCnt="0"/>
      <dgm:spPr/>
    </dgm:pt>
    <dgm:pt modelId="{DF9BED3D-2EC1-4647-BE06-55E0BCBA90B0}" type="pres">
      <dgm:prSet presAssocID="{3902FB31-1B7A-4DB8-BFEC-AC941379606C}" presName="bgRect" presStyleLbl="bgShp" presStyleIdx="2" presStyleCnt="3"/>
      <dgm:spPr/>
    </dgm:pt>
    <dgm:pt modelId="{EE587AEA-CF36-4EC0-8E19-80739FF15EA4}" type="pres">
      <dgm:prSet presAssocID="{3902FB31-1B7A-4DB8-BFEC-AC941379606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esap makinesi"/>
        </a:ext>
      </dgm:extLst>
    </dgm:pt>
    <dgm:pt modelId="{C7B60EB0-DA3D-4DC3-B827-4964B34F1F97}" type="pres">
      <dgm:prSet presAssocID="{3902FB31-1B7A-4DB8-BFEC-AC941379606C}" presName="spaceRect" presStyleCnt="0"/>
      <dgm:spPr/>
    </dgm:pt>
    <dgm:pt modelId="{DAD3A146-53B8-44C4-95D9-1E59DF277E47}" type="pres">
      <dgm:prSet presAssocID="{3902FB31-1B7A-4DB8-BFEC-AC941379606C}" presName="parTx" presStyleLbl="revTx" presStyleIdx="2" presStyleCnt="3">
        <dgm:presLayoutVars>
          <dgm:chMax val="0"/>
          <dgm:chPref val="0"/>
        </dgm:presLayoutVars>
      </dgm:prSet>
      <dgm:spPr/>
    </dgm:pt>
  </dgm:ptLst>
  <dgm:cxnLst>
    <dgm:cxn modelId="{370CD819-EBE9-491E-8A13-11A4A203A170}" type="presOf" srcId="{C4A6F2D3-CBF7-46F3-9F76-8D8713A7DD0F}" destId="{2E94BC91-BD2F-46FD-ABCE-90E3A3DA39C3}" srcOrd="0" destOrd="0" presId="urn:microsoft.com/office/officeart/2018/2/layout/IconVerticalSolidList"/>
    <dgm:cxn modelId="{4E89A272-72FA-48AF-9E87-A3182A9E0F19}" srcId="{F6DC54D2-6572-4BA9-8F6D-AD4601C9931B}" destId="{9D7E5E2F-D4B0-4956-9857-BCD1598780FB}" srcOrd="1" destOrd="0" parTransId="{9D2E8CC3-A96F-420A-A964-C72F42B2E7F6}" sibTransId="{619683F8-83F2-45AA-8611-32A3D7824831}"/>
    <dgm:cxn modelId="{8ABB4F9E-7DEB-48F3-90C4-42CDEEC01251}" type="presOf" srcId="{F6DC54D2-6572-4BA9-8F6D-AD4601C9931B}" destId="{D26F30DF-0F48-48A6-B57E-4CC20E855479}" srcOrd="0" destOrd="0" presId="urn:microsoft.com/office/officeart/2018/2/layout/IconVerticalSolidList"/>
    <dgm:cxn modelId="{878F5FC0-FED2-46A9-855E-C2E36C5E541A}" srcId="{F6DC54D2-6572-4BA9-8F6D-AD4601C9931B}" destId="{3902FB31-1B7A-4DB8-BFEC-AC941379606C}" srcOrd="2" destOrd="0" parTransId="{17B262DC-476E-4BEA-87CA-D91C93437E54}" sibTransId="{6E5DF822-B0AC-4E26-8993-E5A696633A06}"/>
    <dgm:cxn modelId="{3B4819CC-5FD4-4694-9D98-AE81DF9739B2}" srcId="{F6DC54D2-6572-4BA9-8F6D-AD4601C9931B}" destId="{C4A6F2D3-CBF7-46F3-9F76-8D8713A7DD0F}" srcOrd="0" destOrd="0" parTransId="{5FC7C0C4-1C17-476E-B259-9CEC256C99B3}" sibTransId="{533772AB-A3BB-46AA-A336-16A266DB938B}"/>
    <dgm:cxn modelId="{06A978F7-E820-4E5B-964C-AFA4FB2E6D7B}" type="presOf" srcId="{9D7E5E2F-D4B0-4956-9857-BCD1598780FB}" destId="{39A27BE1-D500-49B4-8A04-350DB4934F3C}" srcOrd="0" destOrd="0" presId="urn:microsoft.com/office/officeart/2018/2/layout/IconVerticalSolidList"/>
    <dgm:cxn modelId="{DBA947FD-A966-4570-9325-40DDC232CDF6}" type="presOf" srcId="{3902FB31-1B7A-4DB8-BFEC-AC941379606C}" destId="{DAD3A146-53B8-44C4-95D9-1E59DF277E47}" srcOrd="0" destOrd="0" presId="urn:microsoft.com/office/officeart/2018/2/layout/IconVerticalSolidList"/>
    <dgm:cxn modelId="{AA6324B1-EAEC-4B54-9E7C-004CC93624C9}" type="presParOf" srcId="{D26F30DF-0F48-48A6-B57E-4CC20E855479}" destId="{5221676F-338B-40B2-88B3-11765EF8E09E}" srcOrd="0" destOrd="0" presId="urn:microsoft.com/office/officeart/2018/2/layout/IconVerticalSolidList"/>
    <dgm:cxn modelId="{FAABA193-81CC-4567-88A0-EE8689AFEA31}" type="presParOf" srcId="{5221676F-338B-40B2-88B3-11765EF8E09E}" destId="{B180CA8B-5DF7-4A4F-83DF-6A80668C4CCA}" srcOrd="0" destOrd="0" presId="urn:microsoft.com/office/officeart/2018/2/layout/IconVerticalSolidList"/>
    <dgm:cxn modelId="{D177106A-1B24-4237-8C0B-4E2ED51E7FB1}" type="presParOf" srcId="{5221676F-338B-40B2-88B3-11765EF8E09E}" destId="{0F4B875F-50E5-4F75-83CF-37426AA0B784}" srcOrd="1" destOrd="0" presId="urn:microsoft.com/office/officeart/2018/2/layout/IconVerticalSolidList"/>
    <dgm:cxn modelId="{5E036B64-F549-4C3F-A039-170D66A709DF}" type="presParOf" srcId="{5221676F-338B-40B2-88B3-11765EF8E09E}" destId="{4D230CBA-3ADD-4259-AC4A-B57CC628AF3E}" srcOrd="2" destOrd="0" presId="urn:microsoft.com/office/officeart/2018/2/layout/IconVerticalSolidList"/>
    <dgm:cxn modelId="{420EC7BB-9809-47B0-B38B-F1A7F4435BC6}" type="presParOf" srcId="{5221676F-338B-40B2-88B3-11765EF8E09E}" destId="{2E94BC91-BD2F-46FD-ABCE-90E3A3DA39C3}" srcOrd="3" destOrd="0" presId="urn:microsoft.com/office/officeart/2018/2/layout/IconVerticalSolidList"/>
    <dgm:cxn modelId="{511B8887-FE4C-41AE-9F0A-EE9BA6714CA3}" type="presParOf" srcId="{D26F30DF-0F48-48A6-B57E-4CC20E855479}" destId="{473AB021-055C-452C-8680-684BA01FE3CA}" srcOrd="1" destOrd="0" presId="urn:microsoft.com/office/officeart/2018/2/layout/IconVerticalSolidList"/>
    <dgm:cxn modelId="{3C421F6E-3B88-4458-B2E7-2ECF21040E3B}" type="presParOf" srcId="{D26F30DF-0F48-48A6-B57E-4CC20E855479}" destId="{3B25CD34-41DD-4602-8124-25D1C873391F}" srcOrd="2" destOrd="0" presId="urn:microsoft.com/office/officeart/2018/2/layout/IconVerticalSolidList"/>
    <dgm:cxn modelId="{BCB4421D-6D25-48E3-A33A-CF0CD62EEA55}" type="presParOf" srcId="{3B25CD34-41DD-4602-8124-25D1C873391F}" destId="{4C36B367-B6A3-4322-861A-3823EA1EBBD9}" srcOrd="0" destOrd="0" presId="urn:microsoft.com/office/officeart/2018/2/layout/IconVerticalSolidList"/>
    <dgm:cxn modelId="{70A7B123-AF96-4F64-A376-3274DD55AACC}" type="presParOf" srcId="{3B25CD34-41DD-4602-8124-25D1C873391F}" destId="{AD8C0662-54E6-4EC6-B2A3-1DE2870E84AE}" srcOrd="1" destOrd="0" presId="urn:microsoft.com/office/officeart/2018/2/layout/IconVerticalSolidList"/>
    <dgm:cxn modelId="{3C8D10D9-D695-4471-889F-7E328488788A}" type="presParOf" srcId="{3B25CD34-41DD-4602-8124-25D1C873391F}" destId="{F83E0C16-223D-4E5B-B2AA-AA6986DC95B5}" srcOrd="2" destOrd="0" presId="urn:microsoft.com/office/officeart/2018/2/layout/IconVerticalSolidList"/>
    <dgm:cxn modelId="{E0447C7D-011C-4E89-B1B0-548EA985076C}" type="presParOf" srcId="{3B25CD34-41DD-4602-8124-25D1C873391F}" destId="{39A27BE1-D500-49B4-8A04-350DB4934F3C}" srcOrd="3" destOrd="0" presId="urn:microsoft.com/office/officeart/2018/2/layout/IconVerticalSolidList"/>
    <dgm:cxn modelId="{939266A7-7107-42EA-97B0-D466A5CE2E79}" type="presParOf" srcId="{D26F30DF-0F48-48A6-B57E-4CC20E855479}" destId="{D4E03A0A-DDDC-4BB8-8174-F25C9900D073}" srcOrd="3" destOrd="0" presId="urn:microsoft.com/office/officeart/2018/2/layout/IconVerticalSolidList"/>
    <dgm:cxn modelId="{DD3DC138-750C-429A-AF5E-0AD3BFF2C0C2}" type="presParOf" srcId="{D26F30DF-0F48-48A6-B57E-4CC20E855479}" destId="{531B1472-4613-4D18-8628-7D591B5821E8}" srcOrd="4" destOrd="0" presId="urn:microsoft.com/office/officeart/2018/2/layout/IconVerticalSolidList"/>
    <dgm:cxn modelId="{2F3157B2-2359-4D44-8C2D-2A7C198C6CEE}" type="presParOf" srcId="{531B1472-4613-4D18-8628-7D591B5821E8}" destId="{DF9BED3D-2EC1-4647-BE06-55E0BCBA90B0}" srcOrd="0" destOrd="0" presId="urn:microsoft.com/office/officeart/2018/2/layout/IconVerticalSolidList"/>
    <dgm:cxn modelId="{792A873D-4784-40B6-9FE1-2AF840032138}" type="presParOf" srcId="{531B1472-4613-4D18-8628-7D591B5821E8}" destId="{EE587AEA-CF36-4EC0-8E19-80739FF15EA4}" srcOrd="1" destOrd="0" presId="urn:microsoft.com/office/officeart/2018/2/layout/IconVerticalSolidList"/>
    <dgm:cxn modelId="{93C7DB01-EDB5-4DC9-AF55-A4F385422509}" type="presParOf" srcId="{531B1472-4613-4D18-8628-7D591B5821E8}" destId="{C7B60EB0-DA3D-4DC3-B827-4964B34F1F97}" srcOrd="2" destOrd="0" presId="urn:microsoft.com/office/officeart/2018/2/layout/IconVerticalSolidList"/>
    <dgm:cxn modelId="{F3CA0323-E075-4F95-A26A-629FFEB36395}" type="presParOf" srcId="{531B1472-4613-4D18-8628-7D591B5821E8}" destId="{DAD3A146-53B8-44C4-95D9-1E59DF277E4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1600D55-09D1-4FEF-B973-60CACEC5E0F4}"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1C4130F2-FB0E-4247-A822-2431DA48B28D}">
      <dgm:prSet/>
      <dgm:spPr/>
      <dgm:t>
        <a:bodyPr/>
        <a:lstStyle/>
        <a:p>
          <a:pPr>
            <a:lnSpc>
              <a:spcPct val="100000"/>
            </a:lnSpc>
          </a:pPr>
          <a:r>
            <a:rPr lang="tr-TR" b="1"/>
            <a:t>Seyahat</a:t>
          </a:r>
          <a:endParaRPr lang="en-US" b="1"/>
        </a:p>
      </dgm:t>
    </dgm:pt>
    <dgm:pt modelId="{61A9F6B2-ED21-4ED6-BF79-E29922F5D1E5}" type="parTrans" cxnId="{B2BC4130-4584-4ED4-9E33-F03F2795EDE9}">
      <dgm:prSet/>
      <dgm:spPr/>
      <dgm:t>
        <a:bodyPr/>
        <a:lstStyle/>
        <a:p>
          <a:endParaRPr lang="en-US"/>
        </a:p>
      </dgm:t>
    </dgm:pt>
    <dgm:pt modelId="{D3F7EB7E-E806-43C6-BEC9-5AC2F0B2B056}" type="sibTrans" cxnId="{B2BC4130-4584-4ED4-9E33-F03F2795EDE9}">
      <dgm:prSet/>
      <dgm:spPr/>
      <dgm:t>
        <a:bodyPr/>
        <a:lstStyle/>
        <a:p>
          <a:endParaRPr lang="en-US"/>
        </a:p>
      </dgm:t>
    </dgm:pt>
    <dgm:pt modelId="{157AE980-3D8A-46D0-85F0-5D0F5E2EE5FE}">
      <dgm:prSet/>
      <dgm:spPr/>
      <dgm:t>
        <a:bodyPr/>
        <a:lstStyle/>
        <a:p>
          <a:pPr>
            <a:lnSpc>
              <a:spcPct val="100000"/>
            </a:lnSpc>
          </a:pPr>
          <a:r>
            <a:rPr lang="tr-TR"/>
            <a:t>Farklı hizmetlerin (uçak bilet tipleri, oda tipleri, araç kiralama) satış tahmini</a:t>
          </a:r>
          <a:endParaRPr lang="en-US"/>
        </a:p>
      </dgm:t>
    </dgm:pt>
    <dgm:pt modelId="{8B3619C1-79E5-475B-8793-D89D6EBBCC35}" type="parTrans" cxnId="{135CFEFB-7311-4623-B92F-E89196AF799B}">
      <dgm:prSet/>
      <dgm:spPr/>
      <dgm:t>
        <a:bodyPr/>
        <a:lstStyle/>
        <a:p>
          <a:endParaRPr lang="en-US"/>
        </a:p>
      </dgm:t>
    </dgm:pt>
    <dgm:pt modelId="{ADCD932F-2F51-45C6-A581-09C03AEAF954}" type="sibTrans" cxnId="{135CFEFB-7311-4623-B92F-E89196AF799B}">
      <dgm:prSet/>
      <dgm:spPr/>
      <dgm:t>
        <a:bodyPr/>
        <a:lstStyle/>
        <a:p>
          <a:endParaRPr lang="en-US"/>
        </a:p>
      </dgm:t>
    </dgm:pt>
    <dgm:pt modelId="{284193F9-D7A0-45B5-A8DA-DFB73DEC04F8}">
      <dgm:prSet/>
      <dgm:spPr/>
      <dgm:t>
        <a:bodyPr/>
        <a:lstStyle/>
        <a:p>
          <a:pPr>
            <a:lnSpc>
              <a:spcPct val="100000"/>
            </a:lnSpc>
          </a:pPr>
          <a:r>
            <a:rPr lang="tr-TR"/>
            <a:t>En karlı müşterilerin tespiti ve özelleştirilmiş hizmetlerin sağlanması </a:t>
          </a:r>
          <a:endParaRPr lang="en-US"/>
        </a:p>
      </dgm:t>
    </dgm:pt>
    <dgm:pt modelId="{F1D4E19F-A7C0-4A1E-A608-DE87AE711687}" type="parTrans" cxnId="{3B543F96-4CB0-4430-AD66-0F54F633DD97}">
      <dgm:prSet/>
      <dgm:spPr/>
      <dgm:t>
        <a:bodyPr/>
        <a:lstStyle/>
        <a:p>
          <a:endParaRPr lang="en-US"/>
        </a:p>
      </dgm:t>
    </dgm:pt>
    <dgm:pt modelId="{987486B4-156A-4A17-B5D2-08D776FAB42D}" type="sibTrans" cxnId="{3B543F96-4CB0-4430-AD66-0F54F633DD97}">
      <dgm:prSet/>
      <dgm:spPr/>
      <dgm:t>
        <a:bodyPr/>
        <a:lstStyle/>
        <a:p>
          <a:endParaRPr lang="en-US"/>
        </a:p>
      </dgm:t>
    </dgm:pt>
    <dgm:pt modelId="{4A4B28B1-4427-42E2-B11E-500930B95EFA}" type="pres">
      <dgm:prSet presAssocID="{71600D55-09D1-4FEF-B973-60CACEC5E0F4}" presName="root" presStyleCnt="0">
        <dgm:presLayoutVars>
          <dgm:dir/>
          <dgm:resizeHandles val="exact"/>
        </dgm:presLayoutVars>
      </dgm:prSet>
      <dgm:spPr/>
    </dgm:pt>
    <dgm:pt modelId="{A5B21305-18E8-4D37-B35F-8A50D3D7020D}" type="pres">
      <dgm:prSet presAssocID="{1C4130F2-FB0E-4247-A822-2431DA48B28D}" presName="compNode" presStyleCnt="0"/>
      <dgm:spPr/>
    </dgm:pt>
    <dgm:pt modelId="{CAF52D06-278F-4E24-82D5-AA73ACD36116}" type="pres">
      <dgm:prSet presAssocID="{1C4130F2-FB0E-4247-A822-2431DA48B28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çak"/>
        </a:ext>
      </dgm:extLst>
    </dgm:pt>
    <dgm:pt modelId="{7F130C95-EBCC-4398-B202-47E1D76F7A8B}" type="pres">
      <dgm:prSet presAssocID="{1C4130F2-FB0E-4247-A822-2431DA48B28D}" presName="spaceRect" presStyleCnt="0"/>
      <dgm:spPr/>
    </dgm:pt>
    <dgm:pt modelId="{988C33FF-8FE1-4315-B064-8B89956E21FC}" type="pres">
      <dgm:prSet presAssocID="{1C4130F2-FB0E-4247-A822-2431DA48B28D}" presName="textRect" presStyleLbl="revTx" presStyleIdx="0" presStyleCnt="3">
        <dgm:presLayoutVars>
          <dgm:chMax val="1"/>
          <dgm:chPref val="1"/>
        </dgm:presLayoutVars>
      </dgm:prSet>
      <dgm:spPr/>
    </dgm:pt>
    <dgm:pt modelId="{7E948525-B007-4222-BF7F-B7E210D09F75}" type="pres">
      <dgm:prSet presAssocID="{D3F7EB7E-E806-43C6-BEC9-5AC2F0B2B056}" presName="sibTrans" presStyleCnt="0"/>
      <dgm:spPr/>
    </dgm:pt>
    <dgm:pt modelId="{238C6EC8-BBD9-4C47-A490-08EA188CFD81}" type="pres">
      <dgm:prSet presAssocID="{157AE980-3D8A-46D0-85F0-5D0F5E2EE5FE}" presName="compNode" presStyleCnt="0"/>
      <dgm:spPr/>
    </dgm:pt>
    <dgm:pt modelId="{679C8740-C9A2-4973-9538-F7ADCBDDE4CD}" type="pres">
      <dgm:prSet presAssocID="{157AE980-3D8A-46D0-85F0-5D0F5E2EE5F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likopter"/>
        </a:ext>
      </dgm:extLst>
    </dgm:pt>
    <dgm:pt modelId="{B760C6F5-594D-4BDC-A5CC-29D9D5E51874}" type="pres">
      <dgm:prSet presAssocID="{157AE980-3D8A-46D0-85F0-5D0F5E2EE5FE}" presName="spaceRect" presStyleCnt="0"/>
      <dgm:spPr/>
    </dgm:pt>
    <dgm:pt modelId="{8E9A1046-EA92-4346-868E-FDD49DF5AC78}" type="pres">
      <dgm:prSet presAssocID="{157AE980-3D8A-46D0-85F0-5D0F5E2EE5FE}" presName="textRect" presStyleLbl="revTx" presStyleIdx="1" presStyleCnt="3">
        <dgm:presLayoutVars>
          <dgm:chMax val="1"/>
          <dgm:chPref val="1"/>
        </dgm:presLayoutVars>
      </dgm:prSet>
      <dgm:spPr/>
    </dgm:pt>
    <dgm:pt modelId="{85063661-53B5-4D4C-9A7E-B551D1CEEC5C}" type="pres">
      <dgm:prSet presAssocID="{ADCD932F-2F51-45C6-A581-09C03AEAF954}" presName="sibTrans" presStyleCnt="0"/>
      <dgm:spPr/>
    </dgm:pt>
    <dgm:pt modelId="{C8FD7A07-13C3-42BF-9B26-D5B67018D8F9}" type="pres">
      <dgm:prSet presAssocID="{284193F9-D7A0-45B5-A8DA-DFB73DEC04F8}" presName="compNode" presStyleCnt="0"/>
      <dgm:spPr/>
    </dgm:pt>
    <dgm:pt modelId="{8397C78A-3BE6-4AA8-AA36-4DDAEBEFD280}" type="pres">
      <dgm:prSet presAssocID="{284193F9-D7A0-45B5-A8DA-DFB73DEC04F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Kar tanesi"/>
        </a:ext>
      </dgm:extLst>
    </dgm:pt>
    <dgm:pt modelId="{4BB44A59-A3C6-4BF2-894E-0F5B074C8136}" type="pres">
      <dgm:prSet presAssocID="{284193F9-D7A0-45B5-A8DA-DFB73DEC04F8}" presName="spaceRect" presStyleCnt="0"/>
      <dgm:spPr/>
    </dgm:pt>
    <dgm:pt modelId="{8AD00A3D-9684-40B9-AC2E-7EEF331F11DE}" type="pres">
      <dgm:prSet presAssocID="{284193F9-D7A0-45B5-A8DA-DFB73DEC04F8}" presName="textRect" presStyleLbl="revTx" presStyleIdx="2" presStyleCnt="3">
        <dgm:presLayoutVars>
          <dgm:chMax val="1"/>
          <dgm:chPref val="1"/>
        </dgm:presLayoutVars>
      </dgm:prSet>
      <dgm:spPr/>
    </dgm:pt>
  </dgm:ptLst>
  <dgm:cxnLst>
    <dgm:cxn modelId="{511DE316-8624-480D-81E1-368FBD50B149}" type="presOf" srcId="{284193F9-D7A0-45B5-A8DA-DFB73DEC04F8}" destId="{8AD00A3D-9684-40B9-AC2E-7EEF331F11DE}" srcOrd="0" destOrd="0" presId="urn:microsoft.com/office/officeart/2018/2/layout/IconLabelList"/>
    <dgm:cxn modelId="{B2BC4130-4584-4ED4-9E33-F03F2795EDE9}" srcId="{71600D55-09D1-4FEF-B973-60CACEC5E0F4}" destId="{1C4130F2-FB0E-4247-A822-2431DA48B28D}" srcOrd="0" destOrd="0" parTransId="{61A9F6B2-ED21-4ED6-BF79-E29922F5D1E5}" sibTransId="{D3F7EB7E-E806-43C6-BEC9-5AC2F0B2B056}"/>
    <dgm:cxn modelId="{FF56E36E-C01A-461F-B72A-65E0945AC445}" type="presOf" srcId="{157AE980-3D8A-46D0-85F0-5D0F5E2EE5FE}" destId="{8E9A1046-EA92-4346-868E-FDD49DF5AC78}" srcOrd="0" destOrd="0" presId="urn:microsoft.com/office/officeart/2018/2/layout/IconLabelList"/>
    <dgm:cxn modelId="{FE74EE80-E323-4A53-87B9-B7C8DBD90759}" type="presOf" srcId="{1C4130F2-FB0E-4247-A822-2431DA48B28D}" destId="{988C33FF-8FE1-4315-B064-8B89956E21FC}" srcOrd="0" destOrd="0" presId="urn:microsoft.com/office/officeart/2018/2/layout/IconLabelList"/>
    <dgm:cxn modelId="{3B543F96-4CB0-4430-AD66-0F54F633DD97}" srcId="{71600D55-09D1-4FEF-B973-60CACEC5E0F4}" destId="{284193F9-D7A0-45B5-A8DA-DFB73DEC04F8}" srcOrd="2" destOrd="0" parTransId="{F1D4E19F-A7C0-4A1E-A608-DE87AE711687}" sibTransId="{987486B4-156A-4A17-B5D2-08D776FAB42D}"/>
    <dgm:cxn modelId="{83E903BF-0B37-4B4F-B2F1-3FB6F44C54E5}" type="presOf" srcId="{71600D55-09D1-4FEF-B973-60CACEC5E0F4}" destId="{4A4B28B1-4427-42E2-B11E-500930B95EFA}" srcOrd="0" destOrd="0" presId="urn:microsoft.com/office/officeart/2018/2/layout/IconLabelList"/>
    <dgm:cxn modelId="{135CFEFB-7311-4623-B92F-E89196AF799B}" srcId="{71600D55-09D1-4FEF-B973-60CACEC5E0F4}" destId="{157AE980-3D8A-46D0-85F0-5D0F5E2EE5FE}" srcOrd="1" destOrd="0" parTransId="{8B3619C1-79E5-475B-8793-D89D6EBBCC35}" sibTransId="{ADCD932F-2F51-45C6-A581-09C03AEAF954}"/>
    <dgm:cxn modelId="{BB6C3078-A366-40A0-9DD4-C0466FC96064}" type="presParOf" srcId="{4A4B28B1-4427-42E2-B11E-500930B95EFA}" destId="{A5B21305-18E8-4D37-B35F-8A50D3D7020D}" srcOrd="0" destOrd="0" presId="urn:microsoft.com/office/officeart/2018/2/layout/IconLabelList"/>
    <dgm:cxn modelId="{201F1B7A-6B97-4E2A-A692-964DA6F92BC3}" type="presParOf" srcId="{A5B21305-18E8-4D37-B35F-8A50D3D7020D}" destId="{CAF52D06-278F-4E24-82D5-AA73ACD36116}" srcOrd="0" destOrd="0" presId="urn:microsoft.com/office/officeart/2018/2/layout/IconLabelList"/>
    <dgm:cxn modelId="{C131DDD7-5FF5-4E8B-9D6D-F2D43C43C1B0}" type="presParOf" srcId="{A5B21305-18E8-4D37-B35F-8A50D3D7020D}" destId="{7F130C95-EBCC-4398-B202-47E1D76F7A8B}" srcOrd="1" destOrd="0" presId="urn:microsoft.com/office/officeart/2018/2/layout/IconLabelList"/>
    <dgm:cxn modelId="{2C746BDD-96F5-4413-A124-43AB98F79B98}" type="presParOf" srcId="{A5B21305-18E8-4D37-B35F-8A50D3D7020D}" destId="{988C33FF-8FE1-4315-B064-8B89956E21FC}" srcOrd="2" destOrd="0" presId="urn:microsoft.com/office/officeart/2018/2/layout/IconLabelList"/>
    <dgm:cxn modelId="{62DF21CA-F9FF-479B-B970-B05F4F566E60}" type="presParOf" srcId="{4A4B28B1-4427-42E2-B11E-500930B95EFA}" destId="{7E948525-B007-4222-BF7F-B7E210D09F75}" srcOrd="1" destOrd="0" presId="urn:microsoft.com/office/officeart/2018/2/layout/IconLabelList"/>
    <dgm:cxn modelId="{6D8FA6BC-44D3-4085-B6CD-CEF2790634C2}" type="presParOf" srcId="{4A4B28B1-4427-42E2-B11E-500930B95EFA}" destId="{238C6EC8-BBD9-4C47-A490-08EA188CFD81}" srcOrd="2" destOrd="0" presId="urn:microsoft.com/office/officeart/2018/2/layout/IconLabelList"/>
    <dgm:cxn modelId="{1E776910-81E6-4910-8C01-3B2E74361045}" type="presParOf" srcId="{238C6EC8-BBD9-4C47-A490-08EA188CFD81}" destId="{679C8740-C9A2-4973-9538-F7ADCBDDE4CD}" srcOrd="0" destOrd="0" presId="urn:microsoft.com/office/officeart/2018/2/layout/IconLabelList"/>
    <dgm:cxn modelId="{BCEE4187-EB3A-440A-9581-2C0085E670FA}" type="presParOf" srcId="{238C6EC8-BBD9-4C47-A490-08EA188CFD81}" destId="{B760C6F5-594D-4BDC-A5CC-29D9D5E51874}" srcOrd="1" destOrd="0" presId="urn:microsoft.com/office/officeart/2018/2/layout/IconLabelList"/>
    <dgm:cxn modelId="{998270B3-D89F-47F0-A977-471FBDCA865B}" type="presParOf" srcId="{238C6EC8-BBD9-4C47-A490-08EA188CFD81}" destId="{8E9A1046-EA92-4346-868E-FDD49DF5AC78}" srcOrd="2" destOrd="0" presId="urn:microsoft.com/office/officeart/2018/2/layout/IconLabelList"/>
    <dgm:cxn modelId="{6B8A867B-9901-465E-9D55-8AA05B3FB330}" type="presParOf" srcId="{4A4B28B1-4427-42E2-B11E-500930B95EFA}" destId="{85063661-53B5-4D4C-9A7E-B551D1CEEC5C}" srcOrd="3" destOrd="0" presId="urn:microsoft.com/office/officeart/2018/2/layout/IconLabelList"/>
    <dgm:cxn modelId="{8B2649CB-3B0A-4D26-A925-2A4EE149D407}" type="presParOf" srcId="{4A4B28B1-4427-42E2-B11E-500930B95EFA}" destId="{C8FD7A07-13C3-42BF-9B26-D5B67018D8F9}" srcOrd="4" destOrd="0" presId="urn:microsoft.com/office/officeart/2018/2/layout/IconLabelList"/>
    <dgm:cxn modelId="{DE3E1C92-076B-4117-88CF-DCCDB70065C7}" type="presParOf" srcId="{C8FD7A07-13C3-42BF-9B26-D5B67018D8F9}" destId="{8397C78A-3BE6-4AA8-AA36-4DDAEBEFD280}" srcOrd="0" destOrd="0" presId="urn:microsoft.com/office/officeart/2018/2/layout/IconLabelList"/>
    <dgm:cxn modelId="{F946FDCF-029B-4C97-90A2-0EE1559355BD}" type="presParOf" srcId="{C8FD7A07-13C3-42BF-9B26-D5B67018D8F9}" destId="{4BB44A59-A3C6-4BF2-894E-0F5B074C8136}" srcOrd="1" destOrd="0" presId="urn:microsoft.com/office/officeart/2018/2/layout/IconLabelList"/>
    <dgm:cxn modelId="{F69687FB-CB29-4A73-8C97-049AEAAF7BB9}" type="presParOf" srcId="{C8FD7A07-13C3-42BF-9B26-D5B67018D8F9}" destId="{8AD00A3D-9684-40B9-AC2E-7EEF331F11DE}"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7F91B05-6385-4D38-A894-273CCEF9D54B}"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90B03BD6-4DC5-49E0-A601-E9E677E60DD3}">
      <dgm:prSet/>
      <dgm:spPr/>
      <dgm:t>
        <a:bodyPr/>
        <a:lstStyle/>
        <a:p>
          <a:r>
            <a:rPr lang="tr-TR" b="1"/>
            <a:t>Bankacılık ve Sigortacılık </a:t>
          </a:r>
          <a:endParaRPr lang="en-US"/>
        </a:p>
      </dgm:t>
    </dgm:pt>
    <dgm:pt modelId="{8671B231-EBA7-4547-AEA2-584E1F1DCD63}" type="parTrans" cxnId="{18BD74FF-105A-4592-B898-07F59BBD903B}">
      <dgm:prSet/>
      <dgm:spPr/>
      <dgm:t>
        <a:bodyPr/>
        <a:lstStyle/>
        <a:p>
          <a:endParaRPr lang="en-US"/>
        </a:p>
      </dgm:t>
    </dgm:pt>
    <dgm:pt modelId="{E0F19B35-71C8-4AD3-993B-80AE8E63DE0B}" type="sibTrans" cxnId="{18BD74FF-105A-4592-B898-07F59BBD903B}">
      <dgm:prSet/>
      <dgm:spPr/>
      <dgm:t>
        <a:bodyPr/>
        <a:lstStyle/>
        <a:p>
          <a:endParaRPr lang="en-US"/>
        </a:p>
      </dgm:t>
    </dgm:pt>
    <dgm:pt modelId="{E8D906BB-0C20-44DA-81B5-EEAFDB825DAE}">
      <dgm:prSet/>
      <dgm:spPr/>
      <dgm:t>
        <a:bodyPr/>
        <a:lstStyle/>
        <a:p>
          <a:r>
            <a:rPr lang="tr-TR"/>
            <a:t>Kredi kartı ve sigorta dolandırıcılıklarının tespiti,</a:t>
          </a:r>
          <a:endParaRPr lang="en-US"/>
        </a:p>
      </dgm:t>
    </dgm:pt>
    <dgm:pt modelId="{8A3D02CC-52FF-467C-AA48-905BD53F53A4}" type="parTrans" cxnId="{E90C3CBB-3DE8-4958-9192-6FC8079810B6}">
      <dgm:prSet/>
      <dgm:spPr/>
      <dgm:t>
        <a:bodyPr/>
        <a:lstStyle/>
        <a:p>
          <a:endParaRPr lang="en-US"/>
        </a:p>
      </dgm:t>
    </dgm:pt>
    <dgm:pt modelId="{BE9ED89A-9430-4773-B62B-08B27947975F}" type="sibTrans" cxnId="{E90C3CBB-3DE8-4958-9192-6FC8079810B6}">
      <dgm:prSet/>
      <dgm:spPr/>
      <dgm:t>
        <a:bodyPr/>
        <a:lstStyle/>
        <a:p>
          <a:endParaRPr lang="en-US"/>
        </a:p>
      </dgm:t>
    </dgm:pt>
    <dgm:pt modelId="{5DFA3E1E-308B-48D0-925E-70B29663D5A1}">
      <dgm:prSet/>
      <dgm:spPr/>
      <dgm:t>
        <a:bodyPr/>
        <a:lstStyle/>
        <a:p>
          <a:r>
            <a:rPr lang="tr-TR"/>
            <a:t>Kredi kartı harcamalarına göre müşteri gruplarının belirlenmesi,</a:t>
          </a:r>
          <a:endParaRPr lang="en-US"/>
        </a:p>
      </dgm:t>
    </dgm:pt>
    <dgm:pt modelId="{85989A8B-235F-446F-B5C0-3AFE4FC99EE8}" type="parTrans" cxnId="{84C369D9-3244-43C3-AD30-99F5F9752D6E}">
      <dgm:prSet/>
      <dgm:spPr/>
      <dgm:t>
        <a:bodyPr/>
        <a:lstStyle/>
        <a:p>
          <a:endParaRPr lang="en-US"/>
        </a:p>
      </dgm:t>
    </dgm:pt>
    <dgm:pt modelId="{CC5C1CD7-9445-4BE2-A12F-3FA9C6799CF1}" type="sibTrans" cxnId="{84C369D9-3244-43C3-AD30-99F5F9752D6E}">
      <dgm:prSet/>
      <dgm:spPr/>
      <dgm:t>
        <a:bodyPr/>
        <a:lstStyle/>
        <a:p>
          <a:endParaRPr lang="en-US"/>
        </a:p>
      </dgm:t>
    </dgm:pt>
    <dgm:pt modelId="{76B1DA2B-E58D-4704-96B0-DD813B8AB883}">
      <dgm:prSet/>
      <dgm:spPr/>
      <dgm:t>
        <a:bodyPr/>
        <a:lstStyle/>
        <a:p>
          <a:r>
            <a:rPr lang="tr-TR"/>
            <a:t>Kredi skoru hesaplama Yeni sigorta poliçesi talep edecek müşterilerin tahmin edilmesi</a:t>
          </a:r>
          <a:endParaRPr lang="en-US"/>
        </a:p>
      </dgm:t>
    </dgm:pt>
    <dgm:pt modelId="{4986500D-EFCF-412C-9E02-9199A9B9DF65}" type="parTrans" cxnId="{2B5B24D1-C7B5-4C20-8C04-F45F4E8A14CC}">
      <dgm:prSet/>
      <dgm:spPr/>
      <dgm:t>
        <a:bodyPr/>
        <a:lstStyle/>
        <a:p>
          <a:endParaRPr lang="en-US"/>
        </a:p>
      </dgm:t>
    </dgm:pt>
    <dgm:pt modelId="{F24F4700-0633-4DE0-9578-C33E27FCEC3A}" type="sibTrans" cxnId="{2B5B24D1-C7B5-4C20-8C04-F45F4E8A14CC}">
      <dgm:prSet/>
      <dgm:spPr/>
      <dgm:t>
        <a:bodyPr/>
        <a:lstStyle/>
        <a:p>
          <a:endParaRPr lang="en-US"/>
        </a:p>
      </dgm:t>
    </dgm:pt>
    <dgm:pt modelId="{C72A196F-808C-4D45-8862-DEBEC19B22C0}" type="pres">
      <dgm:prSet presAssocID="{B7F91B05-6385-4D38-A894-273CCEF9D54B}" presName="root" presStyleCnt="0">
        <dgm:presLayoutVars>
          <dgm:dir/>
          <dgm:resizeHandles val="exact"/>
        </dgm:presLayoutVars>
      </dgm:prSet>
      <dgm:spPr/>
    </dgm:pt>
    <dgm:pt modelId="{C05DFF54-0F8E-42F9-8BE7-58BC4084D1DB}" type="pres">
      <dgm:prSet presAssocID="{90B03BD6-4DC5-49E0-A601-E9E677E60DD3}" presName="compNode" presStyleCnt="0"/>
      <dgm:spPr/>
    </dgm:pt>
    <dgm:pt modelId="{86FAB2CA-EA49-4BDC-BDFE-6735D33B4135}" type="pres">
      <dgm:prSet presAssocID="{90B03BD6-4DC5-49E0-A601-E9E677E60DD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nka"/>
        </a:ext>
      </dgm:extLst>
    </dgm:pt>
    <dgm:pt modelId="{2E8E4926-38AD-4FB2-9FFF-8C08D2E02D72}" type="pres">
      <dgm:prSet presAssocID="{90B03BD6-4DC5-49E0-A601-E9E677E60DD3}" presName="spaceRect" presStyleCnt="0"/>
      <dgm:spPr/>
    </dgm:pt>
    <dgm:pt modelId="{B50DCA09-E497-435F-A024-D93AA4F7F34B}" type="pres">
      <dgm:prSet presAssocID="{90B03BD6-4DC5-49E0-A601-E9E677E60DD3}" presName="textRect" presStyleLbl="revTx" presStyleIdx="0" presStyleCnt="4">
        <dgm:presLayoutVars>
          <dgm:chMax val="1"/>
          <dgm:chPref val="1"/>
        </dgm:presLayoutVars>
      </dgm:prSet>
      <dgm:spPr/>
    </dgm:pt>
    <dgm:pt modelId="{95CD8499-7776-4F22-8F00-B2175F3AD8C3}" type="pres">
      <dgm:prSet presAssocID="{E0F19B35-71C8-4AD3-993B-80AE8E63DE0B}" presName="sibTrans" presStyleCnt="0"/>
      <dgm:spPr/>
    </dgm:pt>
    <dgm:pt modelId="{71297BCB-FC51-4A89-92BE-AEB3638504E4}" type="pres">
      <dgm:prSet presAssocID="{E8D906BB-0C20-44DA-81B5-EEAFDB825DAE}" presName="compNode" presStyleCnt="0"/>
      <dgm:spPr/>
    </dgm:pt>
    <dgm:pt modelId="{174AF8F5-4CF7-4D18-B7A5-24F3BA9055AC}" type="pres">
      <dgm:prSet presAssocID="{E8D906BB-0C20-44DA-81B5-EEAFDB825DA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redit card"/>
        </a:ext>
      </dgm:extLst>
    </dgm:pt>
    <dgm:pt modelId="{02DE9C3C-AF62-4E04-A60F-1A6EC2B38220}" type="pres">
      <dgm:prSet presAssocID="{E8D906BB-0C20-44DA-81B5-EEAFDB825DAE}" presName="spaceRect" presStyleCnt="0"/>
      <dgm:spPr/>
    </dgm:pt>
    <dgm:pt modelId="{0EAB4B4F-5560-487E-A05B-2A17E54CB4A9}" type="pres">
      <dgm:prSet presAssocID="{E8D906BB-0C20-44DA-81B5-EEAFDB825DAE}" presName="textRect" presStyleLbl="revTx" presStyleIdx="1" presStyleCnt="4">
        <dgm:presLayoutVars>
          <dgm:chMax val="1"/>
          <dgm:chPref val="1"/>
        </dgm:presLayoutVars>
      </dgm:prSet>
      <dgm:spPr/>
    </dgm:pt>
    <dgm:pt modelId="{3D35EF7B-1C5E-43AD-BE2E-A1D56A79FB53}" type="pres">
      <dgm:prSet presAssocID="{BE9ED89A-9430-4773-B62B-08B27947975F}" presName="sibTrans" presStyleCnt="0"/>
      <dgm:spPr/>
    </dgm:pt>
    <dgm:pt modelId="{F924878E-A962-4396-B571-15A746EE8173}" type="pres">
      <dgm:prSet presAssocID="{5DFA3E1E-308B-48D0-925E-70B29663D5A1}" presName="compNode" presStyleCnt="0"/>
      <dgm:spPr/>
    </dgm:pt>
    <dgm:pt modelId="{CEB91C7C-D32E-417B-A92A-0F9B4A96FBA2}" type="pres">
      <dgm:prSet presAssocID="{5DFA3E1E-308B-48D0-925E-70B29663D5A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Kullanıcı"/>
        </a:ext>
      </dgm:extLst>
    </dgm:pt>
    <dgm:pt modelId="{E64E05CC-6B9E-4FEF-AA1A-692E4E00435F}" type="pres">
      <dgm:prSet presAssocID="{5DFA3E1E-308B-48D0-925E-70B29663D5A1}" presName="spaceRect" presStyleCnt="0"/>
      <dgm:spPr/>
    </dgm:pt>
    <dgm:pt modelId="{34916012-6593-47C8-8D14-6376D6ADDE48}" type="pres">
      <dgm:prSet presAssocID="{5DFA3E1E-308B-48D0-925E-70B29663D5A1}" presName="textRect" presStyleLbl="revTx" presStyleIdx="2" presStyleCnt="4">
        <dgm:presLayoutVars>
          <dgm:chMax val="1"/>
          <dgm:chPref val="1"/>
        </dgm:presLayoutVars>
      </dgm:prSet>
      <dgm:spPr/>
    </dgm:pt>
    <dgm:pt modelId="{8269D727-06EC-439D-9F6B-E5D95D5A1816}" type="pres">
      <dgm:prSet presAssocID="{CC5C1CD7-9445-4BE2-A12F-3FA9C6799CF1}" presName="sibTrans" presStyleCnt="0"/>
      <dgm:spPr/>
    </dgm:pt>
    <dgm:pt modelId="{8C760947-545A-4C95-8E93-0890D72014A3}" type="pres">
      <dgm:prSet presAssocID="{76B1DA2B-E58D-4704-96B0-DD813B8AB883}" presName="compNode" presStyleCnt="0"/>
      <dgm:spPr/>
    </dgm:pt>
    <dgm:pt modelId="{EB0E9AEF-9CD3-4C76-BE7F-BC2C31308ED4}" type="pres">
      <dgm:prSet presAssocID="{76B1DA2B-E58D-4704-96B0-DD813B8AB88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sap makinesi"/>
        </a:ext>
      </dgm:extLst>
    </dgm:pt>
    <dgm:pt modelId="{E7C4EEAA-BB4A-451A-B0FF-2B1FB604BC82}" type="pres">
      <dgm:prSet presAssocID="{76B1DA2B-E58D-4704-96B0-DD813B8AB883}" presName="spaceRect" presStyleCnt="0"/>
      <dgm:spPr/>
    </dgm:pt>
    <dgm:pt modelId="{855EDE78-8C82-47E3-AFD9-4ECB6A0C354B}" type="pres">
      <dgm:prSet presAssocID="{76B1DA2B-E58D-4704-96B0-DD813B8AB883}" presName="textRect" presStyleLbl="revTx" presStyleIdx="3" presStyleCnt="4">
        <dgm:presLayoutVars>
          <dgm:chMax val="1"/>
          <dgm:chPref val="1"/>
        </dgm:presLayoutVars>
      </dgm:prSet>
      <dgm:spPr/>
    </dgm:pt>
  </dgm:ptLst>
  <dgm:cxnLst>
    <dgm:cxn modelId="{DDB5E23A-8006-4173-A3EE-5576F8F1BDB5}" type="presOf" srcId="{5DFA3E1E-308B-48D0-925E-70B29663D5A1}" destId="{34916012-6593-47C8-8D14-6376D6ADDE48}" srcOrd="0" destOrd="0" presId="urn:microsoft.com/office/officeart/2018/2/layout/IconLabelList"/>
    <dgm:cxn modelId="{8519C073-6783-4F5D-AC34-E564821A5C24}" type="presOf" srcId="{76B1DA2B-E58D-4704-96B0-DD813B8AB883}" destId="{855EDE78-8C82-47E3-AFD9-4ECB6A0C354B}" srcOrd="0" destOrd="0" presId="urn:microsoft.com/office/officeart/2018/2/layout/IconLabelList"/>
    <dgm:cxn modelId="{5D717D7F-E198-4B44-8AE5-EAD8AF5D108A}" type="presOf" srcId="{90B03BD6-4DC5-49E0-A601-E9E677E60DD3}" destId="{B50DCA09-E497-435F-A024-D93AA4F7F34B}" srcOrd="0" destOrd="0" presId="urn:microsoft.com/office/officeart/2018/2/layout/IconLabelList"/>
    <dgm:cxn modelId="{288B1986-6445-46A8-ADF3-59F78BACB284}" type="presOf" srcId="{B7F91B05-6385-4D38-A894-273CCEF9D54B}" destId="{C72A196F-808C-4D45-8862-DEBEC19B22C0}" srcOrd="0" destOrd="0" presId="urn:microsoft.com/office/officeart/2018/2/layout/IconLabelList"/>
    <dgm:cxn modelId="{E90C3CBB-3DE8-4958-9192-6FC8079810B6}" srcId="{B7F91B05-6385-4D38-A894-273CCEF9D54B}" destId="{E8D906BB-0C20-44DA-81B5-EEAFDB825DAE}" srcOrd="1" destOrd="0" parTransId="{8A3D02CC-52FF-467C-AA48-905BD53F53A4}" sibTransId="{BE9ED89A-9430-4773-B62B-08B27947975F}"/>
    <dgm:cxn modelId="{2B5B24D1-C7B5-4C20-8C04-F45F4E8A14CC}" srcId="{B7F91B05-6385-4D38-A894-273CCEF9D54B}" destId="{76B1DA2B-E58D-4704-96B0-DD813B8AB883}" srcOrd="3" destOrd="0" parTransId="{4986500D-EFCF-412C-9E02-9199A9B9DF65}" sibTransId="{F24F4700-0633-4DE0-9578-C33E27FCEC3A}"/>
    <dgm:cxn modelId="{84C369D9-3244-43C3-AD30-99F5F9752D6E}" srcId="{B7F91B05-6385-4D38-A894-273CCEF9D54B}" destId="{5DFA3E1E-308B-48D0-925E-70B29663D5A1}" srcOrd="2" destOrd="0" parTransId="{85989A8B-235F-446F-B5C0-3AFE4FC99EE8}" sibTransId="{CC5C1CD7-9445-4BE2-A12F-3FA9C6799CF1}"/>
    <dgm:cxn modelId="{0C033AF0-D78B-45B5-BB7F-FDC63B0EF00E}" type="presOf" srcId="{E8D906BB-0C20-44DA-81B5-EEAFDB825DAE}" destId="{0EAB4B4F-5560-487E-A05B-2A17E54CB4A9}" srcOrd="0" destOrd="0" presId="urn:microsoft.com/office/officeart/2018/2/layout/IconLabelList"/>
    <dgm:cxn modelId="{18BD74FF-105A-4592-B898-07F59BBD903B}" srcId="{B7F91B05-6385-4D38-A894-273CCEF9D54B}" destId="{90B03BD6-4DC5-49E0-A601-E9E677E60DD3}" srcOrd="0" destOrd="0" parTransId="{8671B231-EBA7-4547-AEA2-584E1F1DCD63}" sibTransId="{E0F19B35-71C8-4AD3-993B-80AE8E63DE0B}"/>
    <dgm:cxn modelId="{97A4F136-F0E4-410A-857B-233E08A84F94}" type="presParOf" srcId="{C72A196F-808C-4D45-8862-DEBEC19B22C0}" destId="{C05DFF54-0F8E-42F9-8BE7-58BC4084D1DB}" srcOrd="0" destOrd="0" presId="urn:microsoft.com/office/officeart/2018/2/layout/IconLabelList"/>
    <dgm:cxn modelId="{336B3695-9A13-47CD-A5EE-F31231549985}" type="presParOf" srcId="{C05DFF54-0F8E-42F9-8BE7-58BC4084D1DB}" destId="{86FAB2CA-EA49-4BDC-BDFE-6735D33B4135}" srcOrd="0" destOrd="0" presId="urn:microsoft.com/office/officeart/2018/2/layout/IconLabelList"/>
    <dgm:cxn modelId="{2468207C-259B-488D-BB8B-E101E7E406AB}" type="presParOf" srcId="{C05DFF54-0F8E-42F9-8BE7-58BC4084D1DB}" destId="{2E8E4926-38AD-4FB2-9FFF-8C08D2E02D72}" srcOrd="1" destOrd="0" presId="urn:microsoft.com/office/officeart/2018/2/layout/IconLabelList"/>
    <dgm:cxn modelId="{28DBDDE7-3BEC-4D29-B00C-DEBCD651913F}" type="presParOf" srcId="{C05DFF54-0F8E-42F9-8BE7-58BC4084D1DB}" destId="{B50DCA09-E497-435F-A024-D93AA4F7F34B}" srcOrd="2" destOrd="0" presId="urn:microsoft.com/office/officeart/2018/2/layout/IconLabelList"/>
    <dgm:cxn modelId="{1A7C774D-0B56-449F-8F5C-E581BE451FAC}" type="presParOf" srcId="{C72A196F-808C-4D45-8862-DEBEC19B22C0}" destId="{95CD8499-7776-4F22-8F00-B2175F3AD8C3}" srcOrd="1" destOrd="0" presId="urn:microsoft.com/office/officeart/2018/2/layout/IconLabelList"/>
    <dgm:cxn modelId="{E238C1BF-EF42-414C-A986-24B0DCE12198}" type="presParOf" srcId="{C72A196F-808C-4D45-8862-DEBEC19B22C0}" destId="{71297BCB-FC51-4A89-92BE-AEB3638504E4}" srcOrd="2" destOrd="0" presId="urn:microsoft.com/office/officeart/2018/2/layout/IconLabelList"/>
    <dgm:cxn modelId="{3143BF3E-DD8A-420E-A0C8-7F10BD33DC24}" type="presParOf" srcId="{71297BCB-FC51-4A89-92BE-AEB3638504E4}" destId="{174AF8F5-4CF7-4D18-B7A5-24F3BA9055AC}" srcOrd="0" destOrd="0" presId="urn:microsoft.com/office/officeart/2018/2/layout/IconLabelList"/>
    <dgm:cxn modelId="{DC3CDFF3-1FE0-4710-ACB5-569552301A6E}" type="presParOf" srcId="{71297BCB-FC51-4A89-92BE-AEB3638504E4}" destId="{02DE9C3C-AF62-4E04-A60F-1A6EC2B38220}" srcOrd="1" destOrd="0" presId="urn:microsoft.com/office/officeart/2018/2/layout/IconLabelList"/>
    <dgm:cxn modelId="{274F8657-66CF-4060-BA6D-37D6FBA7C244}" type="presParOf" srcId="{71297BCB-FC51-4A89-92BE-AEB3638504E4}" destId="{0EAB4B4F-5560-487E-A05B-2A17E54CB4A9}" srcOrd="2" destOrd="0" presId="urn:microsoft.com/office/officeart/2018/2/layout/IconLabelList"/>
    <dgm:cxn modelId="{45AE4737-FCED-434E-BCDA-2D12466B7909}" type="presParOf" srcId="{C72A196F-808C-4D45-8862-DEBEC19B22C0}" destId="{3D35EF7B-1C5E-43AD-BE2E-A1D56A79FB53}" srcOrd="3" destOrd="0" presId="urn:microsoft.com/office/officeart/2018/2/layout/IconLabelList"/>
    <dgm:cxn modelId="{881CDFB9-60B1-45A4-95C5-BA55DD959AF8}" type="presParOf" srcId="{C72A196F-808C-4D45-8862-DEBEC19B22C0}" destId="{F924878E-A962-4396-B571-15A746EE8173}" srcOrd="4" destOrd="0" presId="urn:microsoft.com/office/officeart/2018/2/layout/IconLabelList"/>
    <dgm:cxn modelId="{2C4479E9-AD7F-41C6-8D91-2AB366E59C5A}" type="presParOf" srcId="{F924878E-A962-4396-B571-15A746EE8173}" destId="{CEB91C7C-D32E-417B-A92A-0F9B4A96FBA2}" srcOrd="0" destOrd="0" presId="urn:microsoft.com/office/officeart/2018/2/layout/IconLabelList"/>
    <dgm:cxn modelId="{5451558C-1532-4755-86AE-F4338197DC1D}" type="presParOf" srcId="{F924878E-A962-4396-B571-15A746EE8173}" destId="{E64E05CC-6B9E-4FEF-AA1A-692E4E00435F}" srcOrd="1" destOrd="0" presId="urn:microsoft.com/office/officeart/2018/2/layout/IconLabelList"/>
    <dgm:cxn modelId="{A0EEC85E-C9C5-4C7F-A761-3C278ABE2681}" type="presParOf" srcId="{F924878E-A962-4396-B571-15A746EE8173}" destId="{34916012-6593-47C8-8D14-6376D6ADDE48}" srcOrd="2" destOrd="0" presId="urn:microsoft.com/office/officeart/2018/2/layout/IconLabelList"/>
    <dgm:cxn modelId="{51957C8B-2D76-4F74-BC71-E7294FAF51C5}" type="presParOf" srcId="{C72A196F-808C-4D45-8862-DEBEC19B22C0}" destId="{8269D727-06EC-439D-9F6B-E5D95D5A1816}" srcOrd="5" destOrd="0" presId="urn:microsoft.com/office/officeart/2018/2/layout/IconLabelList"/>
    <dgm:cxn modelId="{39BC24FF-97A0-4494-B103-F861FC801765}" type="presParOf" srcId="{C72A196F-808C-4D45-8862-DEBEC19B22C0}" destId="{8C760947-545A-4C95-8E93-0890D72014A3}" srcOrd="6" destOrd="0" presId="urn:microsoft.com/office/officeart/2018/2/layout/IconLabelList"/>
    <dgm:cxn modelId="{AB69C962-00D8-4E90-9D14-163C35F4EF91}" type="presParOf" srcId="{8C760947-545A-4C95-8E93-0890D72014A3}" destId="{EB0E9AEF-9CD3-4C76-BE7F-BC2C31308ED4}" srcOrd="0" destOrd="0" presId="urn:microsoft.com/office/officeart/2018/2/layout/IconLabelList"/>
    <dgm:cxn modelId="{9E965EE5-4FC1-4CD8-8C51-DE078340F1A9}" type="presParOf" srcId="{8C760947-545A-4C95-8E93-0890D72014A3}" destId="{E7C4EEAA-BB4A-451A-B0FF-2B1FB604BC82}" srcOrd="1" destOrd="0" presId="urn:microsoft.com/office/officeart/2018/2/layout/IconLabelList"/>
    <dgm:cxn modelId="{285F1998-4253-4B26-BEC1-BBB154E93347}" type="presParOf" srcId="{8C760947-545A-4C95-8E93-0890D72014A3}" destId="{855EDE78-8C82-47E3-AFD9-4ECB6A0C354B}"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3B8EF8A-AFC0-48A2-B20A-1F02A959379C}"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BD9BBFA8-1C82-4240-92B7-3CADD095A7B1}">
      <dgm:prSet/>
      <dgm:spPr/>
      <dgm:t>
        <a:bodyPr/>
        <a:lstStyle/>
        <a:p>
          <a:r>
            <a:rPr lang="tr-TR"/>
            <a:t>Web Madenciliği </a:t>
          </a:r>
          <a:endParaRPr lang="en-US"/>
        </a:p>
      </dgm:t>
    </dgm:pt>
    <dgm:pt modelId="{B13D9384-098C-466B-9CB1-C0ABCFAE7D29}" type="parTrans" cxnId="{12D2E422-3748-4CF5-8554-199279662786}">
      <dgm:prSet/>
      <dgm:spPr/>
      <dgm:t>
        <a:bodyPr/>
        <a:lstStyle/>
        <a:p>
          <a:endParaRPr lang="en-US"/>
        </a:p>
      </dgm:t>
    </dgm:pt>
    <dgm:pt modelId="{75A44432-A3B6-48AA-AE9D-8ADB73742DAE}" type="sibTrans" cxnId="{12D2E422-3748-4CF5-8554-199279662786}">
      <dgm:prSet/>
      <dgm:spPr/>
      <dgm:t>
        <a:bodyPr/>
        <a:lstStyle/>
        <a:p>
          <a:endParaRPr lang="en-US"/>
        </a:p>
      </dgm:t>
    </dgm:pt>
    <dgm:pt modelId="{8FC834F8-6646-42E4-BB3D-607DA4CA7C9B}">
      <dgm:prSet/>
      <dgm:spPr/>
      <dgm:t>
        <a:bodyPr/>
        <a:lstStyle/>
        <a:p>
          <a:r>
            <a:rPr lang="tr-TR"/>
            <a:t>Yeni satış stratejileri belirlenmesi </a:t>
          </a:r>
          <a:endParaRPr lang="en-US"/>
        </a:p>
      </dgm:t>
    </dgm:pt>
    <dgm:pt modelId="{63B87B8E-E1A4-4CB2-9220-A78030AF23AF}" type="parTrans" cxnId="{C23F67C7-C5B4-42B6-8935-4A68DBD21203}">
      <dgm:prSet/>
      <dgm:spPr/>
      <dgm:t>
        <a:bodyPr/>
        <a:lstStyle/>
        <a:p>
          <a:endParaRPr lang="en-US"/>
        </a:p>
      </dgm:t>
    </dgm:pt>
    <dgm:pt modelId="{6D363FA1-14EF-4452-8847-4394987A414C}" type="sibTrans" cxnId="{C23F67C7-C5B4-42B6-8935-4A68DBD21203}">
      <dgm:prSet/>
      <dgm:spPr/>
      <dgm:t>
        <a:bodyPr/>
        <a:lstStyle/>
        <a:p>
          <a:endParaRPr lang="en-US"/>
        </a:p>
      </dgm:t>
    </dgm:pt>
    <dgm:pt modelId="{4506E8B6-FAD5-4732-AAD3-B2FA02DA8857}">
      <dgm:prSet/>
      <dgm:spPr/>
      <dgm:t>
        <a:bodyPr/>
        <a:lstStyle/>
        <a:p>
          <a:r>
            <a:rPr lang="tr-TR" dirty="0"/>
            <a:t>Belli ürün grupları için uygun müşteri profilinin çıkarılması </a:t>
          </a:r>
          <a:endParaRPr lang="en-US" dirty="0"/>
        </a:p>
      </dgm:t>
    </dgm:pt>
    <dgm:pt modelId="{64AB08FA-7725-4F8D-87DF-F6D0C640AFB6}" type="parTrans" cxnId="{C9B8B885-A29D-4C0C-9344-B317F37A8AC0}">
      <dgm:prSet/>
      <dgm:spPr/>
      <dgm:t>
        <a:bodyPr/>
        <a:lstStyle/>
        <a:p>
          <a:endParaRPr lang="en-US"/>
        </a:p>
      </dgm:t>
    </dgm:pt>
    <dgm:pt modelId="{8D83D227-D8B6-4AC7-9CE3-EDBC69E2903C}" type="sibTrans" cxnId="{C9B8B885-A29D-4C0C-9344-B317F37A8AC0}">
      <dgm:prSet/>
      <dgm:spPr/>
      <dgm:t>
        <a:bodyPr/>
        <a:lstStyle/>
        <a:p>
          <a:endParaRPr lang="en-US"/>
        </a:p>
      </dgm:t>
    </dgm:pt>
    <dgm:pt modelId="{0A4E20DB-3ECD-49AF-A4EB-4F65380EAEAD}">
      <dgm:prSet/>
      <dgm:spPr/>
      <dgm:t>
        <a:bodyPr/>
        <a:lstStyle/>
        <a:p>
          <a:r>
            <a:rPr lang="tr-TR" dirty="0"/>
            <a:t>Müşterilerin satın alma davranışlarının öğrenilmesi </a:t>
          </a:r>
          <a:endParaRPr lang="en-US" dirty="0"/>
        </a:p>
      </dgm:t>
    </dgm:pt>
    <dgm:pt modelId="{9C177986-5675-4F6A-B117-4DCEDD426228}" type="parTrans" cxnId="{1707C62F-9351-440F-8ED8-E2179F63ACFF}">
      <dgm:prSet/>
      <dgm:spPr/>
      <dgm:t>
        <a:bodyPr/>
        <a:lstStyle/>
        <a:p>
          <a:endParaRPr lang="en-US"/>
        </a:p>
      </dgm:t>
    </dgm:pt>
    <dgm:pt modelId="{46AC34BF-08B0-44BD-8C53-FC1B1CC2EE9B}" type="sibTrans" cxnId="{1707C62F-9351-440F-8ED8-E2179F63ACFF}">
      <dgm:prSet/>
      <dgm:spPr/>
      <dgm:t>
        <a:bodyPr/>
        <a:lstStyle/>
        <a:p>
          <a:endParaRPr lang="en-US" dirty="0"/>
        </a:p>
      </dgm:t>
    </dgm:pt>
    <dgm:pt modelId="{30FD9281-7140-4513-8831-3F9C558A7087}">
      <dgm:prSet/>
      <dgm:spPr/>
      <dgm:t>
        <a:bodyPr/>
        <a:lstStyle/>
        <a:p>
          <a:r>
            <a:rPr lang="tr-TR" dirty="0"/>
            <a:t>Müşterilerin uygulama kullanma deneyimlerine göre web sitelerinin özelleştirilmesi </a:t>
          </a:r>
          <a:endParaRPr lang="en-US" dirty="0"/>
        </a:p>
      </dgm:t>
    </dgm:pt>
    <dgm:pt modelId="{72D188EE-24F5-47FF-8EC5-A3EF82C7FA51}" type="parTrans" cxnId="{DCD8B72D-6985-454D-80CD-764B885BC3EE}">
      <dgm:prSet/>
      <dgm:spPr/>
      <dgm:t>
        <a:bodyPr/>
        <a:lstStyle/>
        <a:p>
          <a:endParaRPr lang="en-US"/>
        </a:p>
      </dgm:t>
    </dgm:pt>
    <dgm:pt modelId="{ED6577BD-230F-41C6-91D0-5207288AC6FC}" type="sibTrans" cxnId="{DCD8B72D-6985-454D-80CD-764B885BC3EE}">
      <dgm:prSet/>
      <dgm:spPr/>
      <dgm:t>
        <a:bodyPr/>
        <a:lstStyle/>
        <a:p>
          <a:endParaRPr lang="en-US"/>
        </a:p>
      </dgm:t>
    </dgm:pt>
    <dgm:pt modelId="{B15CCE36-128B-4300-AC95-4AF75ACFE1C5}" type="pres">
      <dgm:prSet presAssocID="{B3B8EF8A-AFC0-48A2-B20A-1F02A959379C}" presName="outerComposite" presStyleCnt="0">
        <dgm:presLayoutVars>
          <dgm:chMax val="5"/>
          <dgm:dir/>
          <dgm:resizeHandles val="exact"/>
        </dgm:presLayoutVars>
      </dgm:prSet>
      <dgm:spPr/>
    </dgm:pt>
    <dgm:pt modelId="{B3F9B587-1094-4171-9CA8-70D8D4C228AE}" type="pres">
      <dgm:prSet presAssocID="{B3B8EF8A-AFC0-48A2-B20A-1F02A959379C}" presName="dummyMaxCanvas" presStyleCnt="0">
        <dgm:presLayoutVars/>
      </dgm:prSet>
      <dgm:spPr/>
    </dgm:pt>
    <dgm:pt modelId="{A32DC3EF-E071-45F4-867C-EEB1A580D186}" type="pres">
      <dgm:prSet presAssocID="{B3B8EF8A-AFC0-48A2-B20A-1F02A959379C}" presName="FiveNodes_1" presStyleLbl="node1" presStyleIdx="0" presStyleCnt="5">
        <dgm:presLayoutVars>
          <dgm:bulletEnabled val="1"/>
        </dgm:presLayoutVars>
      </dgm:prSet>
      <dgm:spPr/>
    </dgm:pt>
    <dgm:pt modelId="{E4E024F9-EDA6-461D-AF77-BD09C09372B0}" type="pres">
      <dgm:prSet presAssocID="{B3B8EF8A-AFC0-48A2-B20A-1F02A959379C}" presName="FiveNodes_2" presStyleLbl="node1" presStyleIdx="1" presStyleCnt="5">
        <dgm:presLayoutVars>
          <dgm:bulletEnabled val="1"/>
        </dgm:presLayoutVars>
      </dgm:prSet>
      <dgm:spPr/>
    </dgm:pt>
    <dgm:pt modelId="{2E2618D3-60DE-4F97-90DF-9E60A2D68F56}" type="pres">
      <dgm:prSet presAssocID="{B3B8EF8A-AFC0-48A2-B20A-1F02A959379C}" presName="FiveNodes_3" presStyleLbl="node1" presStyleIdx="2" presStyleCnt="5" custLinFactNeighborX="-7771" custLinFactNeighborY="-3397">
        <dgm:presLayoutVars>
          <dgm:bulletEnabled val="1"/>
        </dgm:presLayoutVars>
      </dgm:prSet>
      <dgm:spPr/>
    </dgm:pt>
    <dgm:pt modelId="{958E1FD8-C2AD-4EF2-A22A-AE5FFFD44E96}" type="pres">
      <dgm:prSet presAssocID="{B3B8EF8A-AFC0-48A2-B20A-1F02A959379C}" presName="FiveNodes_4" presStyleLbl="node1" presStyleIdx="3" presStyleCnt="5" custLinFactNeighborX="-15013" custLinFactNeighborY="1789">
        <dgm:presLayoutVars>
          <dgm:bulletEnabled val="1"/>
        </dgm:presLayoutVars>
      </dgm:prSet>
      <dgm:spPr/>
    </dgm:pt>
    <dgm:pt modelId="{12DDC783-02F3-4A46-9289-709D43C2A56E}" type="pres">
      <dgm:prSet presAssocID="{B3B8EF8A-AFC0-48A2-B20A-1F02A959379C}" presName="FiveNodes_5" presStyleLbl="node1" presStyleIdx="4" presStyleCnt="5" custLinFactNeighborX="-22447" custLinFactNeighborY="-12100">
        <dgm:presLayoutVars>
          <dgm:bulletEnabled val="1"/>
        </dgm:presLayoutVars>
      </dgm:prSet>
      <dgm:spPr/>
    </dgm:pt>
    <dgm:pt modelId="{83632A58-200F-454B-9FFD-C3EB9A0CF4DB}" type="pres">
      <dgm:prSet presAssocID="{B3B8EF8A-AFC0-48A2-B20A-1F02A959379C}" presName="FiveConn_1-2" presStyleLbl="fgAccFollowNode1" presStyleIdx="0" presStyleCnt="4" custLinFactX="-300000" custLinFactNeighborX="-393178" custLinFactNeighborY="12742">
        <dgm:presLayoutVars>
          <dgm:bulletEnabled val="1"/>
        </dgm:presLayoutVars>
      </dgm:prSet>
      <dgm:spPr/>
    </dgm:pt>
    <dgm:pt modelId="{15C2EB03-7481-4F53-ADB3-236055878057}" type="pres">
      <dgm:prSet presAssocID="{B3B8EF8A-AFC0-48A2-B20A-1F02A959379C}" presName="FiveConn_2-3" presStyleLbl="fgAccFollowNode1" presStyleIdx="1" presStyleCnt="4" custLinFactX="-230077" custLinFactNeighborX="-300000" custLinFactNeighborY="13903">
        <dgm:presLayoutVars>
          <dgm:bulletEnabled val="1"/>
        </dgm:presLayoutVars>
      </dgm:prSet>
      <dgm:spPr/>
    </dgm:pt>
    <dgm:pt modelId="{1A8BFBFB-D8DD-4371-82C2-BC1D98D794B4}" type="pres">
      <dgm:prSet presAssocID="{B3B8EF8A-AFC0-48A2-B20A-1F02A959379C}" presName="FiveConn_3-4" presStyleLbl="fgAccFollowNode1" presStyleIdx="2" presStyleCnt="4" custLinFactX="-200000" custLinFactNeighborX="-266366" custLinFactNeighborY="10194">
        <dgm:presLayoutVars>
          <dgm:bulletEnabled val="1"/>
        </dgm:presLayoutVars>
      </dgm:prSet>
      <dgm:spPr/>
    </dgm:pt>
    <dgm:pt modelId="{EACF79CE-9314-40A4-A68C-5BC957133A8C}" type="pres">
      <dgm:prSet presAssocID="{B3B8EF8A-AFC0-48A2-B20A-1F02A959379C}" presName="FiveConn_4-5" presStyleLbl="fgAccFollowNode1" presStyleIdx="3" presStyleCnt="4" custScaleY="65267" custLinFactX="-209689" custLinFactNeighborX="-300000" custLinFactNeighborY="21578">
        <dgm:presLayoutVars>
          <dgm:bulletEnabled val="1"/>
        </dgm:presLayoutVars>
      </dgm:prSet>
      <dgm:spPr/>
    </dgm:pt>
    <dgm:pt modelId="{4D5AAEBA-37EE-4E2A-B89F-C381F2F013CA}" type="pres">
      <dgm:prSet presAssocID="{B3B8EF8A-AFC0-48A2-B20A-1F02A959379C}" presName="FiveNodes_1_text" presStyleLbl="node1" presStyleIdx="4" presStyleCnt="5">
        <dgm:presLayoutVars>
          <dgm:bulletEnabled val="1"/>
        </dgm:presLayoutVars>
      </dgm:prSet>
      <dgm:spPr/>
    </dgm:pt>
    <dgm:pt modelId="{197E240F-04DF-4A34-8875-F53EA7643918}" type="pres">
      <dgm:prSet presAssocID="{B3B8EF8A-AFC0-48A2-B20A-1F02A959379C}" presName="FiveNodes_2_text" presStyleLbl="node1" presStyleIdx="4" presStyleCnt="5">
        <dgm:presLayoutVars>
          <dgm:bulletEnabled val="1"/>
        </dgm:presLayoutVars>
      </dgm:prSet>
      <dgm:spPr/>
    </dgm:pt>
    <dgm:pt modelId="{449D7F1A-8DAA-4A86-B12E-172F646A3C06}" type="pres">
      <dgm:prSet presAssocID="{B3B8EF8A-AFC0-48A2-B20A-1F02A959379C}" presName="FiveNodes_3_text" presStyleLbl="node1" presStyleIdx="4" presStyleCnt="5">
        <dgm:presLayoutVars>
          <dgm:bulletEnabled val="1"/>
        </dgm:presLayoutVars>
      </dgm:prSet>
      <dgm:spPr/>
    </dgm:pt>
    <dgm:pt modelId="{AC33B317-18BE-4772-B279-E7A18606C6C7}" type="pres">
      <dgm:prSet presAssocID="{B3B8EF8A-AFC0-48A2-B20A-1F02A959379C}" presName="FiveNodes_4_text" presStyleLbl="node1" presStyleIdx="4" presStyleCnt="5">
        <dgm:presLayoutVars>
          <dgm:bulletEnabled val="1"/>
        </dgm:presLayoutVars>
      </dgm:prSet>
      <dgm:spPr/>
    </dgm:pt>
    <dgm:pt modelId="{89958DBA-0FD8-468B-B94B-EEBA7DA81C05}" type="pres">
      <dgm:prSet presAssocID="{B3B8EF8A-AFC0-48A2-B20A-1F02A959379C}" presName="FiveNodes_5_text" presStyleLbl="node1" presStyleIdx="4" presStyleCnt="5">
        <dgm:presLayoutVars>
          <dgm:bulletEnabled val="1"/>
        </dgm:presLayoutVars>
      </dgm:prSet>
      <dgm:spPr/>
    </dgm:pt>
  </dgm:ptLst>
  <dgm:cxnLst>
    <dgm:cxn modelId="{7FC3460A-5DCB-4FE0-BD9E-82F5933AC1A0}" type="presOf" srcId="{8FC834F8-6646-42E4-BB3D-607DA4CA7C9B}" destId="{197E240F-04DF-4A34-8875-F53EA7643918}" srcOrd="1" destOrd="0" presId="urn:microsoft.com/office/officeart/2005/8/layout/vProcess5"/>
    <dgm:cxn modelId="{12D2E422-3748-4CF5-8554-199279662786}" srcId="{B3B8EF8A-AFC0-48A2-B20A-1F02A959379C}" destId="{BD9BBFA8-1C82-4240-92B7-3CADD095A7B1}" srcOrd="0" destOrd="0" parTransId="{B13D9384-098C-466B-9CB1-C0ABCFAE7D29}" sibTransId="{75A44432-A3B6-48AA-AE9D-8ADB73742DAE}"/>
    <dgm:cxn modelId="{2CDC7927-8F67-4ADB-BA03-2864B038E7A2}" type="presOf" srcId="{30FD9281-7140-4513-8831-3F9C558A7087}" destId="{12DDC783-02F3-4A46-9289-709D43C2A56E}" srcOrd="0" destOrd="0" presId="urn:microsoft.com/office/officeart/2005/8/layout/vProcess5"/>
    <dgm:cxn modelId="{DCD8B72D-6985-454D-80CD-764B885BC3EE}" srcId="{B3B8EF8A-AFC0-48A2-B20A-1F02A959379C}" destId="{30FD9281-7140-4513-8831-3F9C558A7087}" srcOrd="4" destOrd="0" parTransId="{72D188EE-24F5-47FF-8EC5-A3EF82C7FA51}" sibTransId="{ED6577BD-230F-41C6-91D0-5207288AC6FC}"/>
    <dgm:cxn modelId="{1707C62F-9351-440F-8ED8-E2179F63ACFF}" srcId="{B3B8EF8A-AFC0-48A2-B20A-1F02A959379C}" destId="{0A4E20DB-3ECD-49AF-A4EB-4F65380EAEAD}" srcOrd="3" destOrd="0" parTransId="{9C177986-5675-4F6A-B117-4DCEDD426228}" sibTransId="{46AC34BF-08B0-44BD-8C53-FC1B1CC2EE9B}"/>
    <dgm:cxn modelId="{67DF0534-B492-4D70-9FB9-365DF8607170}" type="presOf" srcId="{0A4E20DB-3ECD-49AF-A4EB-4F65380EAEAD}" destId="{958E1FD8-C2AD-4EF2-A22A-AE5FFFD44E96}" srcOrd="0" destOrd="0" presId="urn:microsoft.com/office/officeart/2005/8/layout/vProcess5"/>
    <dgm:cxn modelId="{C136566F-E0B3-466D-80AA-2EFC1BA9C4F6}" type="presOf" srcId="{8D83D227-D8B6-4AC7-9CE3-EDBC69E2903C}" destId="{1A8BFBFB-D8DD-4371-82C2-BC1D98D794B4}" srcOrd="0" destOrd="0" presId="urn:microsoft.com/office/officeart/2005/8/layout/vProcess5"/>
    <dgm:cxn modelId="{B9DDF754-70BD-4C7F-86B4-82C3A76D8D12}" type="presOf" srcId="{4506E8B6-FAD5-4732-AAD3-B2FA02DA8857}" destId="{449D7F1A-8DAA-4A86-B12E-172F646A3C06}" srcOrd="1" destOrd="0" presId="urn:microsoft.com/office/officeart/2005/8/layout/vProcess5"/>
    <dgm:cxn modelId="{F80DE67A-E20A-46B3-9D37-97ADA82C7337}" type="presOf" srcId="{BD9BBFA8-1C82-4240-92B7-3CADD095A7B1}" destId="{A32DC3EF-E071-45F4-867C-EEB1A580D186}" srcOrd="0" destOrd="0" presId="urn:microsoft.com/office/officeart/2005/8/layout/vProcess5"/>
    <dgm:cxn modelId="{C9B8B885-A29D-4C0C-9344-B317F37A8AC0}" srcId="{B3B8EF8A-AFC0-48A2-B20A-1F02A959379C}" destId="{4506E8B6-FAD5-4732-AAD3-B2FA02DA8857}" srcOrd="2" destOrd="0" parTransId="{64AB08FA-7725-4F8D-87DF-F6D0C640AFB6}" sibTransId="{8D83D227-D8B6-4AC7-9CE3-EDBC69E2903C}"/>
    <dgm:cxn modelId="{83860890-4C07-45C5-9685-8392B9E6B3FC}" type="presOf" srcId="{BD9BBFA8-1C82-4240-92B7-3CADD095A7B1}" destId="{4D5AAEBA-37EE-4E2A-B89F-C381F2F013CA}" srcOrd="1" destOrd="0" presId="urn:microsoft.com/office/officeart/2005/8/layout/vProcess5"/>
    <dgm:cxn modelId="{1FA5789A-BB61-4469-B24C-BF28164685F5}" type="presOf" srcId="{46AC34BF-08B0-44BD-8C53-FC1B1CC2EE9B}" destId="{EACF79CE-9314-40A4-A68C-5BC957133A8C}" srcOrd="0" destOrd="0" presId="urn:microsoft.com/office/officeart/2005/8/layout/vProcess5"/>
    <dgm:cxn modelId="{7BA8E5B1-17A4-4330-AA8A-54728E649EE0}" type="presOf" srcId="{75A44432-A3B6-48AA-AE9D-8ADB73742DAE}" destId="{83632A58-200F-454B-9FFD-C3EB9A0CF4DB}" srcOrd="0" destOrd="0" presId="urn:microsoft.com/office/officeart/2005/8/layout/vProcess5"/>
    <dgm:cxn modelId="{7A3589B2-42CF-4DEA-8822-1A941DD039AA}" type="presOf" srcId="{0A4E20DB-3ECD-49AF-A4EB-4F65380EAEAD}" destId="{AC33B317-18BE-4772-B279-E7A18606C6C7}" srcOrd="1" destOrd="0" presId="urn:microsoft.com/office/officeart/2005/8/layout/vProcess5"/>
    <dgm:cxn modelId="{C23F67C7-C5B4-42B6-8935-4A68DBD21203}" srcId="{B3B8EF8A-AFC0-48A2-B20A-1F02A959379C}" destId="{8FC834F8-6646-42E4-BB3D-607DA4CA7C9B}" srcOrd="1" destOrd="0" parTransId="{63B87B8E-E1A4-4CB2-9220-A78030AF23AF}" sibTransId="{6D363FA1-14EF-4452-8847-4394987A414C}"/>
    <dgm:cxn modelId="{309E48C9-45CB-44D6-923B-4A616D694268}" type="presOf" srcId="{4506E8B6-FAD5-4732-AAD3-B2FA02DA8857}" destId="{2E2618D3-60DE-4F97-90DF-9E60A2D68F56}" srcOrd="0" destOrd="0" presId="urn:microsoft.com/office/officeart/2005/8/layout/vProcess5"/>
    <dgm:cxn modelId="{B8F91ED7-4A16-4BF4-82EF-75A0A5F4B586}" type="presOf" srcId="{30FD9281-7140-4513-8831-3F9C558A7087}" destId="{89958DBA-0FD8-468B-B94B-EEBA7DA81C05}" srcOrd="1" destOrd="0" presId="urn:microsoft.com/office/officeart/2005/8/layout/vProcess5"/>
    <dgm:cxn modelId="{F41A77E4-AF2A-4D2F-B080-731EC8A6ED0C}" type="presOf" srcId="{8FC834F8-6646-42E4-BB3D-607DA4CA7C9B}" destId="{E4E024F9-EDA6-461D-AF77-BD09C09372B0}" srcOrd="0" destOrd="0" presId="urn:microsoft.com/office/officeart/2005/8/layout/vProcess5"/>
    <dgm:cxn modelId="{D6D3DAE6-A8C1-4E10-9DB6-FE15E4D2FABE}" type="presOf" srcId="{B3B8EF8A-AFC0-48A2-B20A-1F02A959379C}" destId="{B15CCE36-128B-4300-AC95-4AF75ACFE1C5}" srcOrd="0" destOrd="0" presId="urn:microsoft.com/office/officeart/2005/8/layout/vProcess5"/>
    <dgm:cxn modelId="{6A4C89FD-4C65-471F-8A7E-11EDEB54D103}" type="presOf" srcId="{6D363FA1-14EF-4452-8847-4394987A414C}" destId="{15C2EB03-7481-4F53-ADB3-236055878057}" srcOrd="0" destOrd="0" presId="urn:microsoft.com/office/officeart/2005/8/layout/vProcess5"/>
    <dgm:cxn modelId="{7700D47E-D4DB-4EC1-BE7A-D7FDF891E4C4}" type="presParOf" srcId="{B15CCE36-128B-4300-AC95-4AF75ACFE1C5}" destId="{B3F9B587-1094-4171-9CA8-70D8D4C228AE}" srcOrd="0" destOrd="0" presId="urn:microsoft.com/office/officeart/2005/8/layout/vProcess5"/>
    <dgm:cxn modelId="{44A09D66-CE48-4A7C-B149-7A9AD73870DA}" type="presParOf" srcId="{B15CCE36-128B-4300-AC95-4AF75ACFE1C5}" destId="{A32DC3EF-E071-45F4-867C-EEB1A580D186}" srcOrd="1" destOrd="0" presId="urn:microsoft.com/office/officeart/2005/8/layout/vProcess5"/>
    <dgm:cxn modelId="{70922D19-1C38-478C-A73B-AE195E10AC89}" type="presParOf" srcId="{B15CCE36-128B-4300-AC95-4AF75ACFE1C5}" destId="{E4E024F9-EDA6-461D-AF77-BD09C09372B0}" srcOrd="2" destOrd="0" presId="urn:microsoft.com/office/officeart/2005/8/layout/vProcess5"/>
    <dgm:cxn modelId="{14412F11-9C0A-47E3-9A85-3D7FDBD5A5A4}" type="presParOf" srcId="{B15CCE36-128B-4300-AC95-4AF75ACFE1C5}" destId="{2E2618D3-60DE-4F97-90DF-9E60A2D68F56}" srcOrd="3" destOrd="0" presId="urn:microsoft.com/office/officeart/2005/8/layout/vProcess5"/>
    <dgm:cxn modelId="{B3C77C87-7BBB-4593-80CD-93620F1DBE1E}" type="presParOf" srcId="{B15CCE36-128B-4300-AC95-4AF75ACFE1C5}" destId="{958E1FD8-C2AD-4EF2-A22A-AE5FFFD44E96}" srcOrd="4" destOrd="0" presId="urn:microsoft.com/office/officeart/2005/8/layout/vProcess5"/>
    <dgm:cxn modelId="{3B641C41-6109-4266-AF4C-83EE999453D0}" type="presParOf" srcId="{B15CCE36-128B-4300-AC95-4AF75ACFE1C5}" destId="{12DDC783-02F3-4A46-9289-709D43C2A56E}" srcOrd="5" destOrd="0" presId="urn:microsoft.com/office/officeart/2005/8/layout/vProcess5"/>
    <dgm:cxn modelId="{4224BC03-0387-440F-AF40-F5C998B70AFA}" type="presParOf" srcId="{B15CCE36-128B-4300-AC95-4AF75ACFE1C5}" destId="{83632A58-200F-454B-9FFD-C3EB9A0CF4DB}" srcOrd="6" destOrd="0" presId="urn:microsoft.com/office/officeart/2005/8/layout/vProcess5"/>
    <dgm:cxn modelId="{1C02213B-8A79-4F28-879F-E6611B343277}" type="presParOf" srcId="{B15CCE36-128B-4300-AC95-4AF75ACFE1C5}" destId="{15C2EB03-7481-4F53-ADB3-236055878057}" srcOrd="7" destOrd="0" presId="urn:microsoft.com/office/officeart/2005/8/layout/vProcess5"/>
    <dgm:cxn modelId="{DE7256F4-4603-475D-83CD-37A14439AB4D}" type="presParOf" srcId="{B15CCE36-128B-4300-AC95-4AF75ACFE1C5}" destId="{1A8BFBFB-D8DD-4371-82C2-BC1D98D794B4}" srcOrd="8" destOrd="0" presId="urn:microsoft.com/office/officeart/2005/8/layout/vProcess5"/>
    <dgm:cxn modelId="{7C5610E5-B487-4084-B31C-C6BDDE571230}" type="presParOf" srcId="{B15CCE36-128B-4300-AC95-4AF75ACFE1C5}" destId="{EACF79CE-9314-40A4-A68C-5BC957133A8C}" srcOrd="9" destOrd="0" presId="urn:microsoft.com/office/officeart/2005/8/layout/vProcess5"/>
    <dgm:cxn modelId="{AD8CEE39-E593-4094-A375-71C97E9ECE58}" type="presParOf" srcId="{B15CCE36-128B-4300-AC95-4AF75ACFE1C5}" destId="{4D5AAEBA-37EE-4E2A-B89F-C381F2F013CA}" srcOrd="10" destOrd="0" presId="urn:microsoft.com/office/officeart/2005/8/layout/vProcess5"/>
    <dgm:cxn modelId="{826DE5CD-95A3-413D-89AA-FEFE2E5A18E7}" type="presParOf" srcId="{B15CCE36-128B-4300-AC95-4AF75ACFE1C5}" destId="{197E240F-04DF-4A34-8875-F53EA7643918}" srcOrd="11" destOrd="0" presId="urn:microsoft.com/office/officeart/2005/8/layout/vProcess5"/>
    <dgm:cxn modelId="{0A800BE1-EACA-4623-9032-29C9DAB066A7}" type="presParOf" srcId="{B15CCE36-128B-4300-AC95-4AF75ACFE1C5}" destId="{449D7F1A-8DAA-4A86-B12E-172F646A3C06}" srcOrd="12" destOrd="0" presId="urn:microsoft.com/office/officeart/2005/8/layout/vProcess5"/>
    <dgm:cxn modelId="{134C7303-3BEC-4E94-82F4-666187998D41}" type="presParOf" srcId="{B15CCE36-128B-4300-AC95-4AF75ACFE1C5}" destId="{AC33B317-18BE-4772-B279-E7A18606C6C7}" srcOrd="13" destOrd="0" presId="urn:microsoft.com/office/officeart/2005/8/layout/vProcess5"/>
    <dgm:cxn modelId="{1B2E5DD9-1F04-4861-A4A3-C0253F153BF8}" type="presParOf" srcId="{B15CCE36-128B-4300-AC95-4AF75ACFE1C5}" destId="{89958DBA-0FD8-468B-B94B-EEBA7DA81C05}"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122B0E4-4B75-4989-9CC7-88C110B542F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B19AF36-4C52-4D78-B303-6A94636C7266}">
      <dgm:prSet/>
      <dgm:spPr/>
      <dgm:t>
        <a:bodyPr/>
        <a:lstStyle/>
        <a:p>
          <a:r>
            <a:rPr lang="tr-TR"/>
            <a:t>Tıp</a:t>
          </a:r>
          <a:endParaRPr lang="en-US"/>
        </a:p>
      </dgm:t>
    </dgm:pt>
    <dgm:pt modelId="{E8049DB5-DE6D-465E-A1D5-B7135B585939}" type="parTrans" cxnId="{79D79790-0FB4-462A-BDB1-C80C8753DDF5}">
      <dgm:prSet/>
      <dgm:spPr/>
      <dgm:t>
        <a:bodyPr/>
        <a:lstStyle/>
        <a:p>
          <a:endParaRPr lang="en-US"/>
        </a:p>
      </dgm:t>
    </dgm:pt>
    <dgm:pt modelId="{183066AE-EDBE-4634-A3FF-3BAE5E4E5D2C}" type="sibTrans" cxnId="{79D79790-0FB4-462A-BDB1-C80C8753DDF5}">
      <dgm:prSet/>
      <dgm:spPr/>
      <dgm:t>
        <a:bodyPr/>
        <a:lstStyle/>
        <a:p>
          <a:endParaRPr lang="en-US"/>
        </a:p>
      </dgm:t>
    </dgm:pt>
    <dgm:pt modelId="{2091E80A-2998-4AA6-B3F8-460464660F5E}">
      <dgm:prSet/>
      <dgm:spPr/>
      <dgm:t>
        <a:bodyPr/>
        <a:lstStyle/>
        <a:p>
          <a:r>
            <a:rPr lang="tr-TR"/>
            <a:t>Klinik testler ile hastalıkların erken teşhisi </a:t>
          </a:r>
          <a:endParaRPr lang="en-US"/>
        </a:p>
      </dgm:t>
    </dgm:pt>
    <dgm:pt modelId="{D0F788B4-70AC-4F79-B408-A18AF7A00156}" type="parTrans" cxnId="{534F0B0F-C62A-4406-8154-FF891EBC10A0}">
      <dgm:prSet/>
      <dgm:spPr/>
      <dgm:t>
        <a:bodyPr/>
        <a:lstStyle/>
        <a:p>
          <a:endParaRPr lang="en-US"/>
        </a:p>
      </dgm:t>
    </dgm:pt>
    <dgm:pt modelId="{CD4A079D-C05B-48B1-9A3D-FF0EE5FD5062}" type="sibTrans" cxnId="{534F0B0F-C62A-4406-8154-FF891EBC10A0}">
      <dgm:prSet/>
      <dgm:spPr/>
      <dgm:t>
        <a:bodyPr/>
        <a:lstStyle/>
        <a:p>
          <a:endParaRPr lang="en-US"/>
        </a:p>
      </dgm:t>
    </dgm:pt>
    <dgm:pt modelId="{E3254034-4442-4D04-B076-A1AE536CBC79}">
      <dgm:prSet/>
      <dgm:spPr/>
      <dgm:t>
        <a:bodyPr/>
        <a:lstStyle/>
        <a:p>
          <a:r>
            <a:rPr lang="tr-TR"/>
            <a:t>Hastalıkların teşhisi için görüntü analizi </a:t>
          </a:r>
          <a:endParaRPr lang="en-US"/>
        </a:p>
      </dgm:t>
    </dgm:pt>
    <dgm:pt modelId="{11A75528-5AF2-493A-A85D-880D9599CBFF}" type="parTrans" cxnId="{679F23D9-77E0-4A13-BF7B-BEAE5CA1140B}">
      <dgm:prSet/>
      <dgm:spPr/>
      <dgm:t>
        <a:bodyPr/>
        <a:lstStyle/>
        <a:p>
          <a:endParaRPr lang="en-US"/>
        </a:p>
      </dgm:t>
    </dgm:pt>
    <dgm:pt modelId="{529604B7-942D-491A-987A-721707D08E68}" type="sibTrans" cxnId="{679F23D9-77E0-4A13-BF7B-BEAE5CA1140B}">
      <dgm:prSet/>
      <dgm:spPr/>
      <dgm:t>
        <a:bodyPr/>
        <a:lstStyle/>
        <a:p>
          <a:endParaRPr lang="en-US"/>
        </a:p>
      </dgm:t>
    </dgm:pt>
    <dgm:pt modelId="{D6C1583B-505C-4A19-8A53-B6CA600396C9}">
      <dgm:prSet/>
      <dgm:spPr/>
      <dgm:t>
        <a:bodyPr/>
        <a:lstStyle/>
        <a:p>
          <a:r>
            <a:rPr lang="tr-TR"/>
            <a:t>Semptomlar ve hastalıklar arasındaki ilişkilerin keşfi</a:t>
          </a:r>
          <a:endParaRPr lang="en-US"/>
        </a:p>
      </dgm:t>
    </dgm:pt>
    <dgm:pt modelId="{F4450779-6ADB-40FA-B637-7EE617624BB1}" type="parTrans" cxnId="{08355DD3-4DEE-405B-9C4F-0FD8FCEDDF08}">
      <dgm:prSet/>
      <dgm:spPr/>
      <dgm:t>
        <a:bodyPr/>
        <a:lstStyle/>
        <a:p>
          <a:endParaRPr lang="en-US"/>
        </a:p>
      </dgm:t>
    </dgm:pt>
    <dgm:pt modelId="{961FD335-30FE-4172-BDAB-D82DB2CC9334}" type="sibTrans" cxnId="{08355DD3-4DEE-405B-9C4F-0FD8FCEDDF08}">
      <dgm:prSet/>
      <dgm:spPr/>
      <dgm:t>
        <a:bodyPr/>
        <a:lstStyle/>
        <a:p>
          <a:endParaRPr lang="en-US"/>
        </a:p>
      </dgm:t>
    </dgm:pt>
    <dgm:pt modelId="{8F1D372D-C84B-4E7B-B435-74BCFC59E97F}" type="pres">
      <dgm:prSet presAssocID="{0122B0E4-4B75-4989-9CC7-88C110B542FD}" presName="root" presStyleCnt="0">
        <dgm:presLayoutVars>
          <dgm:dir/>
          <dgm:resizeHandles val="exact"/>
        </dgm:presLayoutVars>
      </dgm:prSet>
      <dgm:spPr/>
    </dgm:pt>
    <dgm:pt modelId="{DEB0F5AD-00B2-4DAA-9878-F440677F346C}" type="pres">
      <dgm:prSet presAssocID="{6B19AF36-4C52-4D78-B303-6A94636C7266}" presName="compNode" presStyleCnt="0"/>
      <dgm:spPr/>
    </dgm:pt>
    <dgm:pt modelId="{C0DB6799-73B9-4265-8E92-09F0ECD863D4}" type="pres">
      <dgm:prSet presAssocID="{6B19AF36-4C52-4D78-B303-6A94636C7266}" presName="bgRect" presStyleLbl="bgShp" presStyleIdx="0" presStyleCnt="4"/>
      <dgm:spPr/>
    </dgm:pt>
    <dgm:pt modelId="{31ADD613-3084-4173-AEAC-7DE25AEB5975}" type="pres">
      <dgm:prSet presAssocID="{6B19AF36-4C52-4D78-B303-6A94636C726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etoskop"/>
        </a:ext>
      </dgm:extLst>
    </dgm:pt>
    <dgm:pt modelId="{7064D73D-0FE7-467D-B3E5-6F0C4AE85B08}" type="pres">
      <dgm:prSet presAssocID="{6B19AF36-4C52-4D78-B303-6A94636C7266}" presName="spaceRect" presStyleCnt="0"/>
      <dgm:spPr/>
    </dgm:pt>
    <dgm:pt modelId="{C05D279D-38F8-4C44-91F5-067F056BFDBE}" type="pres">
      <dgm:prSet presAssocID="{6B19AF36-4C52-4D78-B303-6A94636C7266}" presName="parTx" presStyleLbl="revTx" presStyleIdx="0" presStyleCnt="4">
        <dgm:presLayoutVars>
          <dgm:chMax val="0"/>
          <dgm:chPref val="0"/>
        </dgm:presLayoutVars>
      </dgm:prSet>
      <dgm:spPr/>
    </dgm:pt>
    <dgm:pt modelId="{E25EAD5F-9496-42CB-A285-98200AFA1DF8}" type="pres">
      <dgm:prSet presAssocID="{183066AE-EDBE-4634-A3FF-3BAE5E4E5D2C}" presName="sibTrans" presStyleCnt="0"/>
      <dgm:spPr/>
    </dgm:pt>
    <dgm:pt modelId="{75975D98-D611-4223-B3C0-B7A824CCC218}" type="pres">
      <dgm:prSet presAssocID="{2091E80A-2998-4AA6-B3F8-460464660F5E}" presName="compNode" presStyleCnt="0"/>
      <dgm:spPr/>
    </dgm:pt>
    <dgm:pt modelId="{1E503BCF-1CDD-4A02-A3F6-0135585A4246}" type="pres">
      <dgm:prSet presAssocID="{2091E80A-2998-4AA6-B3F8-460464660F5E}" presName="bgRect" presStyleLbl="bgShp" presStyleIdx="1" presStyleCnt="4"/>
      <dgm:spPr/>
    </dgm:pt>
    <dgm:pt modelId="{FCFD636B-C2A7-4E59-9295-E9F0F54246E7}" type="pres">
      <dgm:prSet presAssocID="{2091E80A-2998-4AA6-B3F8-460464660F5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ğne"/>
        </a:ext>
      </dgm:extLst>
    </dgm:pt>
    <dgm:pt modelId="{769D89EB-496E-4BAE-A168-6EC55E993845}" type="pres">
      <dgm:prSet presAssocID="{2091E80A-2998-4AA6-B3F8-460464660F5E}" presName="spaceRect" presStyleCnt="0"/>
      <dgm:spPr/>
    </dgm:pt>
    <dgm:pt modelId="{4C308101-DF12-4457-B3EE-420C759DBA8A}" type="pres">
      <dgm:prSet presAssocID="{2091E80A-2998-4AA6-B3F8-460464660F5E}" presName="parTx" presStyleLbl="revTx" presStyleIdx="1" presStyleCnt="4">
        <dgm:presLayoutVars>
          <dgm:chMax val="0"/>
          <dgm:chPref val="0"/>
        </dgm:presLayoutVars>
      </dgm:prSet>
      <dgm:spPr/>
    </dgm:pt>
    <dgm:pt modelId="{8DC9AF5F-B502-4D9C-99A5-494E1CE46FF8}" type="pres">
      <dgm:prSet presAssocID="{CD4A079D-C05B-48B1-9A3D-FF0EE5FD5062}" presName="sibTrans" presStyleCnt="0"/>
      <dgm:spPr/>
    </dgm:pt>
    <dgm:pt modelId="{8E4BAA7A-F105-4386-A6D4-A6A9D5875F0B}" type="pres">
      <dgm:prSet presAssocID="{E3254034-4442-4D04-B076-A1AE536CBC79}" presName="compNode" presStyleCnt="0"/>
      <dgm:spPr/>
    </dgm:pt>
    <dgm:pt modelId="{11072D27-9879-44CF-8207-9665FCDF2E1F}" type="pres">
      <dgm:prSet presAssocID="{E3254034-4442-4D04-B076-A1AE536CBC79}" presName="bgRect" presStyleLbl="bgShp" presStyleIdx="2" presStyleCnt="4"/>
      <dgm:spPr/>
    </dgm:pt>
    <dgm:pt modelId="{F387CB7F-B6DF-452A-923C-D539134A6D65}" type="pres">
      <dgm:prSet presAssocID="{E3254034-4442-4D04-B076-A1AE536CBC7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nay işareti"/>
        </a:ext>
      </dgm:extLst>
    </dgm:pt>
    <dgm:pt modelId="{7C43123B-A86D-422D-8373-A05EAB9C99EA}" type="pres">
      <dgm:prSet presAssocID="{E3254034-4442-4D04-B076-A1AE536CBC79}" presName="spaceRect" presStyleCnt="0"/>
      <dgm:spPr/>
    </dgm:pt>
    <dgm:pt modelId="{83AF2606-716E-4DD7-A766-229FC4102C49}" type="pres">
      <dgm:prSet presAssocID="{E3254034-4442-4D04-B076-A1AE536CBC79}" presName="parTx" presStyleLbl="revTx" presStyleIdx="2" presStyleCnt="4">
        <dgm:presLayoutVars>
          <dgm:chMax val="0"/>
          <dgm:chPref val="0"/>
        </dgm:presLayoutVars>
      </dgm:prSet>
      <dgm:spPr/>
    </dgm:pt>
    <dgm:pt modelId="{66B04227-B7E1-46D5-A59B-B992F50DD9AF}" type="pres">
      <dgm:prSet presAssocID="{529604B7-942D-491A-987A-721707D08E68}" presName="sibTrans" presStyleCnt="0"/>
      <dgm:spPr/>
    </dgm:pt>
    <dgm:pt modelId="{223017F7-1996-4430-B510-EB15B2AEA864}" type="pres">
      <dgm:prSet presAssocID="{D6C1583B-505C-4A19-8A53-B6CA600396C9}" presName="compNode" presStyleCnt="0"/>
      <dgm:spPr/>
    </dgm:pt>
    <dgm:pt modelId="{B8822971-D6B7-45E5-9BC0-73FA7C288E22}" type="pres">
      <dgm:prSet presAssocID="{D6C1583B-505C-4A19-8A53-B6CA600396C9}" presName="bgRect" presStyleLbl="bgShp" presStyleIdx="3" presStyleCnt="4"/>
      <dgm:spPr/>
    </dgm:pt>
    <dgm:pt modelId="{7FE14B36-D4A8-4CE6-A45E-F0E04F1FA55C}" type="pres">
      <dgm:prSet presAssocID="{D6C1583B-505C-4A19-8A53-B6CA600396C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NA"/>
        </a:ext>
      </dgm:extLst>
    </dgm:pt>
    <dgm:pt modelId="{33630906-8636-47B2-A63D-12122BC8CBCA}" type="pres">
      <dgm:prSet presAssocID="{D6C1583B-505C-4A19-8A53-B6CA600396C9}" presName="spaceRect" presStyleCnt="0"/>
      <dgm:spPr/>
    </dgm:pt>
    <dgm:pt modelId="{D22EE1E8-08EC-425A-B9A1-2E4CB8E5F0DC}" type="pres">
      <dgm:prSet presAssocID="{D6C1583B-505C-4A19-8A53-B6CA600396C9}" presName="parTx" presStyleLbl="revTx" presStyleIdx="3" presStyleCnt="4">
        <dgm:presLayoutVars>
          <dgm:chMax val="0"/>
          <dgm:chPref val="0"/>
        </dgm:presLayoutVars>
      </dgm:prSet>
      <dgm:spPr/>
    </dgm:pt>
  </dgm:ptLst>
  <dgm:cxnLst>
    <dgm:cxn modelId="{534F0B0F-C62A-4406-8154-FF891EBC10A0}" srcId="{0122B0E4-4B75-4989-9CC7-88C110B542FD}" destId="{2091E80A-2998-4AA6-B3F8-460464660F5E}" srcOrd="1" destOrd="0" parTransId="{D0F788B4-70AC-4F79-B408-A18AF7A00156}" sibTransId="{CD4A079D-C05B-48B1-9A3D-FF0EE5FD5062}"/>
    <dgm:cxn modelId="{57969620-8765-4BD2-BDCD-24907277D94E}" type="presOf" srcId="{E3254034-4442-4D04-B076-A1AE536CBC79}" destId="{83AF2606-716E-4DD7-A766-229FC4102C49}" srcOrd="0" destOrd="0" presId="urn:microsoft.com/office/officeart/2018/2/layout/IconVerticalSolidList"/>
    <dgm:cxn modelId="{2A88F734-8D84-4A4E-B6EF-A325B767D6DD}" type="presOf" srcId="{2091E80A-2998-4AA6-B3F8-460464660F5E}" destId="{4C308101-DF12-4457-B3EE-420C759DBA8A}" srcOrd="0" destOrd="0" presId="urn:microsoft.com/office/officeart/2018/2/layout/IconVerticalSolidList"/>
    <dgm:cxn modelId="{79D79790-0FB4-462A-BDB1-C80C8753DDF5}" srcId="{0122B0E4-4B75-4989-9CC7-88C110B542FD}" destId="{6B19AF36-4C52-4D78-B303-6A94636C7266}" srcOrd="0" destOrd="0" parTransId="{E8049DB5-DE6D-465E-A1D5-B7135B585939}" sibTransId="{183066AE-EDBE-4634-A3FF-3BAE5E4E5D2C}"/>
    <dgm:cxn modelId="{B5D386AE-156F-46A6-B6CC-4F9F8E54EEA4}" type="presOf" srcId="{6B19AF36-4C52-4D78-B303-6A94636C7266}" destId="{C05D279D-38F8-4C44-91F5-067F056BFDBE}" srcOrd="0" destOrd="0" presId="urn:microsoft.com/office/officeart/2018/2/layout/IconVerticalSolidList"/>
    <dgm:cxn modelId="{7EC9BEC2-FCD0-48FE-B414-64E244BA0ACF}" type="presOf" srcId="{0122B0E4-4B75-4989-9CC7-88C110B542FD}" destId="{8F1D372D-C84B-4E7B-B435-74BCFC59E97F}" srcOrd="0" destOrd="0" presId="urn:microsoft.com/office/officeart/2018/2/layout/IconVerticalSolidList"/>
    <dgm:cxn modelId="{08355DD3-4DEE-405B-9C4F-0FD8FCEDDF08}" srcId="{0122B0E4-4B75-4989-9CC7-88C110B542FD}" destId="{D6C1583B-505C-4A19-8A53-B6CA600396C9}" srcOrd="3" destOrd="0" parTransId="{F4450779-6ADB-40FA-B637-7EE617624BB1}" sibTransId="{961FD335-30FE-4172-BDAB-D82DB2CC9334}"/>
    <dgm:cxn modelId="{679F23D9-77E0-4A13-BF7B-BEAE5CA1140B}" srcId="{0122B0E4-4B75-4989-9CC7-88C110B542FD}" destId="{E3254034-4442-4D04-B076-A1AE536CBC79}" srcOrd="2" destOrd="0" parTransId="{11A75528-5AF2-493A-A85D-880D9599CBFF}" sibTransId="{529604B7-942D-491A-987A-721707D08E68}"/>
    <dgm:cxn modelId="{E54A5FEB-7DC3-4C01-B97D-F4B64E8CFF5B}" type="presOf" srcId="{D6C1583B-505C-4A19-8A53-B6CA600396C9}" destId="{D22EE1E8-08EC-425A-B9A1-2E4CB8E5F0DC}" srcOrd="0" destOrd="0" presId="urn:microsoft.com/office/officeart/2018/2/layout/IconVerticalSolidList"/>
    <dgm:cxn modelId="{81967C53-9013-4DAE-AD43-E8055A04EDDC}" type="presParOf" srcId="{8F1D372D-C84B-4E7B-B435-74BCFC59E97F}" destId="{DEB0F5AD-00B2-4DAA-9878-F440677F346C}" srcOrd="0" destOrd="0" presId="urn:microsoft.com/office/officeart/2018/2/layout/IconVerticalSolidList"/>
    <dgm:cxn modelId="{35022709-F72E-49C3-93BB-D95B7BB4BE38}" type="presParOf" srcId="{DEB0F5AD-00B2-4DAA-9878-F440677F346C}" destId="{C0DB6799-73B9-4265-8E92-09F0ECD863D4}" srcOrd="0" destOrd="0" presId="urn:microsoft.com/office/officeart/2018/2/layout/IconVerticalSolidList"/>
    <dgm:cxn modelId="{ABC5C397-4758-4876-8315-CF2AE0ABC49B}" type="presParOf" srcId="{DEB0F5AD-00B2-4DAA-9878-F440677F346C}" destId="{31ADD613-3084-4173-AEAC-7DE25AEB5975}" srcOrd="1" destOrd="0" presId="urn:microsoft.com/office/officeart/2018/2/layout/IconVerticalSolidList"/>
    <dgm:cxn modelId="{8CB8F3BB-859F-4361-8F9F-A4CCE92CDB51}" type="presParOf" srcId="{DEB0F5AD-00B2-4DAA-9878-F440677F346C}" destId="{7064D73D-0FE7-467D-B3E5-6F0C4AE85B08}" srcOrd="2" destOrd="0" presId="urn:microsoft.com/office/officeart/2018/2/layout/IconVerticalSolidList"/>
    <dgm:cxn modelId="{D2FE19AA-BCB3-43CF-9466-EAD281E6D665}" type="presParOf" srcId="{DEB0F5AD-00B2-4DAA-9878-F440677F346C}" destId="{C05D279D-38F8-4C44-91F5-067F056BFDBE}" srcOrd="3" destOrd="0" presId="urn:microsoft.com/office/officeart/2018/2/layout/IconVerticalSolidList"/>
    <dgm:cxn modelId="{B913C232-6209-4232-9EC2-E47F827AD22E}" type="presParOf" srcId="{8F1D372D-C84B-4E7B-B435-74BCFC59E97F}" destId="{E25EAD5F-9496-42CB-A285-98200AFA1DF8}" srcOrd="1" destOrd="0" presId="urn:microsoft.com/office/officeart/2018/2/layout/IconVerticalSolidList"/>
    <dgm:cxn modelId="{FD80FDCB-FE0D-46B2-9B8A-ED60A4D63FA4}" type="presParOf" srcId="{8F1D372D-C84B-4E7B-B435-74BCFC59E97F}" destId="{75975D98-D611-4223-B3C0-B7A824CCC218}" srcOrd="2" destOrd="0" presId="urn:microsoft.com/office/officeart/2018/2/layout/IconVerticalSolidList"/>
    <dgm:cxn modelId="{60C2E792-86B5-4B24-8A2E-26525F9177F1}" type="presParOf" srcId="{75975D98-D611-4223-B3C0-B7A824CCC218}" destId="{1E503BCF-1CDD-4A02-A3F6-0135585A4246}" srcOrd="0" destOrd="0" presId="urn:microsoft.com/office/officeart/2018/2/layout/IconVerticalSolidList"/>
    <dgm:cxn modelId="{70BCE1FF-C628-4CB1-87BE-66CE184D4B5A}" type="presParOf" srcId="{75975D98-D611-4223-B3C0-B7A824CCC218}" destId="{FCFD636B-C2A7-4E59-9295-E9F0F54246E7}" srcOrd="1" destOrd="0" presId="urn:microsoft.com/office/officeart/2018/2/layout/IconVerticalSolidList"/>
    <dgm:cxn modelId="{FF02D165-2441-4664-AEF9-8E964A54E1E8}" type="presParOf" srcId="{75975D98-D611-4223-B3C0-B7A824CCC218}" destId="{769D89EB-496E-4BAE-A168-6EC55E993845}" srcOrd="2" destOrd="0" presId="urn:microsoft.com/office/officeart/2018/2/layout/IconVerticalSolidList"/>
    <dgm:cxn modelId="{9E9BB99C-F656-4700-98F0-71F4E81D21AE}" type="presParOf" srcId="{75975D98-D611-4223-B3C0-B7A824CCC218}" destId="{4C308101-DF12-4457-B3EE-420C759DBA8A}" srcOrd="3" destOrd="0" presId="urn:microsoft.com/office/officeart/2018/2/layout/IconVerticalSolidList"/>
    <dgm:cxn modelId="{D5E754E4-5BDF-4788-B4E5-95ED3B5C7627}" type="presParOf" srcId="{8F1D372D-C84B-4E7B-B435-74BCFC59E97F}" destId="{8DC9AF5F-B502-4D9C-99A5-494E1CE46FF8}" srcOrd="3" destOrd="0" presId="urn:microsoft.com/office/officeart/2018/2/layout/IconVerticalSolidList"/>
    <dgm:cxn modelId="{EEA4B9BC-F507-4A2E-9FD0-EE9EF815544E}" type="presParOf" srcId="{8F1D372D-C84B-4E7B-B435-74BCFC59E97F}" destId="{8E4BAA7A-F105-4386-A6D4-A6A9D5875F0B}" srcOrd="4" destOrd="0" presId="urn:microsoft.com/office/officeart/2018/2/layout/IconVerticalSolidList"/>
    <dgm:cxn modelId="{F4C24928-99EA-4195-959D-8E88EB3E1BBF}" type="presParOf" srcId="{8E4BAA7A-F105-4386-A6D4-A6A9D5875F0B}" destId="{11072D27-9879-44CF-8207-9665FCDF2E1F}" srcOrd="0" destOrd="0" presId="urn:microsoft.com/office/officeart/2018/2/layout/IconVerticalSolidList"/>
    <dgm:cxn modelId="{C45FD3C7-8F80-40D6-85A1-3E3DFB69A954}" type="presParOf" srcId="{8E4BAA7A-F105-4386-A6D4-A6A9D5875F0B}" destId="{F387CB7F-B6DF-452A-923C-D539134A6D65}" srcOrd="1" destOrd="0" presId="urn:microsoft.com/office/officeart/2018/2/layout/IconVerticalSolidList"/>
    <dgm:cxn modelId="{79E4CDCF-6470-422C-9FE5-658A1B0C115B}" type="presParOf" srcId="{8E4BAA7A-F105-4386-A6D4-A6A9D5875F0B}" destId="{7C43123B-A86D-422D-8373-A05EAB9C99EA}" srcOrd="2" destOrd="0" presId="urn:microsoft.com/office/officeart/2018/2/layout/IconVerticalSolidList"/>
    <dgm:cxn modelId="{78BE2C6B-7765-4E94-9816-B8FE85259E29}" type="presParOf" srcId="{8E4BAA7A-F105-4386-A6D4-A6A9D5875F0B}" destId="{83AF2606-716E-4DD7-A766-229FC4102C49}" srcOrd="3" destOrd="0" presId="urn:microsoft.com/office/officeart/2018/2/layout/IconVerticalSolidList"/>
    <dgm:cxn modelId="{9C34533E-E624-4F90-9915-E4D0A0979580}" type="presParOf" srcId="{8F1D372D-C84B-4E7B-B435-74BCFC59E97F}" destId="{66B04227-B7E1-46D5-A59B-B992F50DD9AF}" srcOrd="5" destOrd="0" presId="urn:microsoft.com/office/officeart/2018/2/layout/IconVerticalSolidList"/>
    <dgm:cxn modelId="{E28817D1-D899-4AF4-8309-BD9DDE8D1685}" type="presParOf" srcId="{8F1D372D-C84B-4E7B-B435-74BCFC59E97F}" destId="{223017F7-1996-4430-B510-EB15B2AEA864}" srcOrd="6" destOrd="0" presId="urn:microsoft.com/office/officeart/2018/2/layout/IconVerticalSolidList"/>
    <dgm:cxn modelId="{33AB5360-9016-4CC8-BBE2-3CB134088F83}" type="presParOf" srcId="{223017F7-1996-4430-B510-EB15B2AEA864}" destId="{B8822971-D6B7-45E5-9BC0-73FA7C288E22}" srcOrd="0" destOrd="0" presId="urn:microsoft.com/office/officeart/2018/2/layout/IconVerticalSolidList"/>
    <dgm:cxn modelId="{C71DF627-3E55-45D5-84BF-3E8C950BDC26}" type="presParOf" srcId="{223017F7-1996-4430-B510-EB15B2AEA864}" destId="{7FE14B36-D4A8-4CE6-A45E-F0E04F1FA55C}" srcOrd="1" destOrd="0" presId="urn:microsoft.com/office/officeart/2018/2/layout/IconVerticalSolidList"/>
    <dgm:cxn modelId="{7190DCB6-5358-4CAC-8BAD-DC1B2D0EAC6A}" type="presParOf" srcId="{223017F7-1996-4430-B510-EB15B2AEA864}" destId="{33630906-8636-47B2-A63D-12122BC8CBCA}" srcOrd="2" destOrd="0" presId="urn:microsoft.com/office/officeart/2018/2/layout/IconVerticalSolidList"/>
    <dgm:cxn modelId="{250180E1-7733-414C-AC90-AFE019B33770}" type="presParOf" srcId="{223017F7-1996-4430-B510-EB15B2AEA864}" destId="{D22EE1E8-08EC-425A-B9A1-2E4CB8E5F0D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04BEF35-B795-4E63-A73E-2F7FCFB95FA1}"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6B770E61-571D-43DA-8BCF-CA3976F8D25D}">
      <dgm:prSet/>
      <dgm:spPr/>
      <dgm:t>
        <a:bodyPr/>
        <a:lstStyle/>
        <a:p>
          <a:r>
            <a:rPr lang="tr-TR"/>
            <a:t>Eczacılık </a:t>
          </a:r>
          <a:endParaRPr lang="en-US"/>
        </a:p>
      </dgm:t>
    </dgm:pt>
    <dgm:pt modelId="{07E075F3-A461-416F-A1AD-F238B4B581DF}" type="parTrans" cxnId="{71A8C3EF-957E-4EC1-A26B-1CDCB1B3437C}">
      <dgm:prSet/>
      <dgm:spPr/>
      <dgm:t>
        <a:bodyPr/>
        <a:lstStyle/>
        <a:p>
          <a:endParaRPr lang="en-US"/>
        </a:p>
      </dgm:t>
    </dgm:pt>
    <dgm:pt modelId="{EE3BAAEB-F39F-454C-81ED-A343D627FA70}" type="sibTrans" cxnId="{71A8C3EF-957E-4EC1-A26B-1CDCB1B3437C}">
      <dgm:prSet/>
      <dgm:spPr/>
      <dgm:t>
        <a:bodyPr/>
        <a:lstStyle/>
        <a:p>
          <a:endParaRPr lang="en-US"/>
        </a:p>
      </dgm:t>
    </dgm:pt>
    <dgm:pt modelId="{2862A7A5-3D50-47EB-B9A1-7A62218A6693}">
      <dgm:prSet/>
      <dgm:spPr/>
      <dgm:t>
        <a:bodyPr/>
        <a:lstStyle/>
        <a:p>
          <a:r>
            <a:rPr lang="tr-TR"/>
            <a:t>Yeni ilaçların belirlenmesi</a:t>
          </a:r>
          <a:endParaRPr lang="en-US"/>
        </a:p>
      </dgm:t>
    </dgm:pt>
    <dgm:pt modelId="{FFCCC33B-E10C-4906-A5DC-43D82F8BE143}" type="parTrans" cxnId="{531E921C-8A74-435F-85B5-575428D3BFAF}">
      <dgm:prSet/>
      <dgm:spPr/>
      <dgm:t>
        <a:bodyPr/>
        <a:lstStyle/>
        <a:p>
          <a:endParaRPr lang="en-US"/>
        </a:p>
      </dgm:t>
    </dgm:pt>
    <dgm:pt modelId="{FA11E194-5A82-4103-A126-1F6D57A9801D}" type="sibTrans" cxnId="{531E921C-8A74-435F-85B5-575428D3BFAF}">
      <dgm:prSet/>
      <dgm:spPr/>
      <dgm:t>
        <a:bodyPr/>
        <a:lstStyle/>
        <a:p>
          <a:endParaRPr lang="en-US"/>
        </a:p>
      </dgm:t>
    </dgm:pt>
    <dgm:pt modelId="{996D2A95-DFB8-401E-B705-2E93115205A9}">
      <dgm:prSet/>
      <dgm:spPr/>
      <dgm:t>
        <a:bodyPr/>
        <a:lstStyle/>
        <a:p>
          <a:r>
            <a:rPr lang="tr-TR"/>
            <a:t>Eczane açılabilecek yerlerin tespit edilmesi</a:t>
          </a:r>
          <a:endParaRPr lang="en-US"/>
        </a:p>
      </dgm:t>
    </dgm:pt>
    <dgm:pt modelId="{9817DC08-680F-4C45-9891-AB2771AE9203}" type="parTrans" cxnId="{0973DE50-AE96-41DD-950E-E3745E53F260}">
      <dgm:prSet/>
      <dgm:spPr/>
      <dgm:t>
        <a:bodyPr/>
        <a:lstStyle/>
        <a:p>
          <a:endParaRPr lang="en-US"/>
        </a:p>
      </dgm:t>
    </dgm:pt>
    <dgm:pt modelId="{B15F6EB0-3ED9-43D4-B9E7-A5D540C38C64}" type="sibTrans" cxnId="{0973DE50-AE96-41DD-950E-E3745E53F260}">
      <dgm:prSet/>
      <dgm:spPr/>
      <dgm:t>
        <a:bodyPr/>
        <a:lstStyle/>
        <a:p>
          <a:endParaRPr lang="en-US"/>
        </a:p>
      </dgm:t>
    </dgm:pt>
    <dgm:pt modelId="{E371BC9F-824E-4283-B5DB-3673B8ED264C}" type="pres">
      <dgm:prSet presAssocID="{C04BEF35-B795-4E63-A73E-2F7FCFB95FA1}" presName="vert0" presStyleCnt="0">
        <dgm:presLayoutVars>
          <dgm:dir/>
          <dgm:animOne val="branch"/>
          <dgm:animLvl val="lvl"/>
        </dgm:presLayoutVars>
      </dgm:prSet>
      <dgm:spPr/>
    </dgm:pt>
    <dgm:pt modelId="{7371AA5B-8062-4CAE-9209-A827BF0B67E5}" type="pres">
      <dgm:prSet presAssocID="{6B770E61-571D-43DA-8BCF-CA3976F8D25D}" presName="thickLine" presStyleLbl="alignNode1" presStyleIdx="0" presStyleCnt="3"/>
      <dgm:spPr/>
    </dgm:pt>
    <dgm:pt modelId="{9CC3B726-FF09-4683-90AA-0D4CD2FC6869}" type="pres">
      <dgm:prSet presAssocID="{6B770E61-571D-43DA-8BCF-CA3976F8D25D}" presName="horz1" presStyleCnt="0"/>
      <dgm:spPr/>
    </dgm:pt>
    <dgm:pt modelId="{A7E132A6-04C2-42B5-B562-1C38818C8711}" type="pres">
      <dgm:prSet presAssocID="{6B770E61-571D-43DA-8BCF-CA3976F8D25D}" presName="tx1" presStyleLbl="revTx" presStyleIdx="0" presStyleCnt="3"/>
      <dgm:spPr/>
    </dgm:pt>
    <dgm:pt modelId="{8BBDFE06-D49D-4194-B780-F45B913B2506}" type="pres">
      <dgm:prSet presAssocID="{6B770E61-571D-43DA-8BCF-CA3976F8D25D}" presName="vert1" presStyleCnt="0"/>
      <dgm:spPr/>
    </dgm:pt>
    <dgm:pt modelId="{C64F4401-5845-4B8F-A921-39C68D198515}" type="pres">
      <dgm:prSet presAssocID="{2862A7A5-3D50-47EB-B9A1-7A62218A6693}" presName="thickLine" presStyleLbl="alignNode1" presStyleIdx="1" presStyleCnt="3"/>
      <dgm:spPr/>
    </dgm:pt>
    <dgm:pt modelId="{3AF6CEFF-D1BB-47F9-AAFF-ABA3DCFD0460}" type="pres">
      <dgm:prSet presAssocID="{2862A7A5-3D50-47EB-B9A1-7A62218A6693}" presName="horz1" presStyleCnt="0"/>
      <dgm:spPr/>
    </dgm:pt>
    <dgm:pt modelId="{BFFC061A-CE13-4039-8339-3C15E251176B}" type="pres">
      <dgm:prSet presAssocID="{2862A7A5-3D50-47EB-B9A1-7A62218A6693}" presName="tx1" presStyleLbl="revTx" presStyleIdx="1" presStyleCnt="3"/>
      <dgm:spPr/>
    </dgm:pt>
    <dgm:pt modelId="{02E58D43-E337-4D9B-AADB-9E4A5C25BA86}" type="pres">
      <dgm:prSet presAssocID="{2862A7A5-3D50-47EB-B9A1-7A62218A6693}" presName="vert1" presStyleCnt="0"/>
      <dgm:spPr/>
    </dgm:pt>
    <dgm:pt modelId="{8528EC5C-3C5B-40C6-85AF-B8916DDC81F2}" type="pres">
      <dgm:prSet presAssocID="{996D2A95-DFB8-401E-B705-2E93115205A9}" presName="thickLine" presStyleLbl="alignNode1" presStyleIdx="2" presStyleCnt="3"/>
      <dgm:spPr/>
    </dgm:pt>
    <dgm:pt modelId="{E2074BA5-24C9-46C5-8A3F-D8352644892C}" type="pres">
      <dgm:prSet presAssocID="{996D2A95-DFB8-401E-B705-2E93115205A9}" presName="horz1" presStyleCnt="0"/>
      <dgm:spPr/>
    </dgm:pt>
    <dgm:pt modelId="{81811A9D-4C81-498D-B3C5-3230515AE2E7}" type="pres">
      <dgm:prSet presAssocID="{996D2A95-DFB8-401E-B705-2E93115205A9}" presName="tx1" presStyleLbl="revTx" presStyleIdx="2" presStyleCnt="3"/>
      <dgm:spPr/>
    </dgm:pt>
    <dgm:pt modelId="{420A0C8E-9887-4D3E-8418-132F862ACCDA}" type="pres">
      <dgm:prSet presAssocID="{996D2A95-DFB8-401E-B705-2E93115205A9}" presName="vert1" presStyleCnt="0"/>
      <dgm:spPr/>
    </dgm:pt>
  </dgm:ptLst>
  <dgm:cxnLst>
    <dgm:cxn modelId="{50067000-385E-49B4-B501-0577C2AACA8C}" type="presOf" srcId="{6B770E61-571D-43DA-8BCF-CA3976F8D25D}" destId="{A7E132A6-04C2-42B5-B562-1C38818C8711}" srcOrd="0" destOrd="0" presId="urn:microsoft.com/office/officeart/2008/layout/LinedList"/>
    <dgm:cxn modelId="{531E921C-8A74-435F-85B5-575428D3BFAF}" srcId="{C04BEF35-B795-4E63-A73E-2F7FCFB95FA1}" destId="{2862A7A5-3D50-47EB-B9A1-7A62218A6693}" srcOrd="1" destOrd="0" parTransId="{FFCCC33B-E10C-4906-A5DC-43D82F8BE143}" sibTransId="{FA11E194-5A82-4103-A126-1F6D57A9801D}"/>
    <dgm:cxn modelId="{05E79034-7E19-4B8B-A669-8355336D9D37}" type="presOf" srcId="{C04BEF35-B795-4E63-A73E-2F7FCFB95FA1}" destId="{E371BC9F-824E-4283-B5DB-3673B8ED264C}" srcOrd="0" destOrd="0" presId="urn:microsoft.com/office/officeart/2008/layout/LinedList"/>
    <dgm:cxn modelId="{4D19A961-18A3-4D94-9981-09296F334A58}" type="presOf" srcId="{996D2A95-DFB8-401E-B705-2E93115205A9}" destId="{81811A9D-4C81-498D-B3C5-3230515AE2E7}" srcOrd="0" destOrd="0" presId="urn:microsoft.com/office/officeart/2008/layout/LinedList"/>
    <dgm:cxn modelId="{0973DE50-AE96-41DD-950E-E3745E53F260}" srcId="{C04BEF35-B795-4E63-A73E-2F7FCFB95FA1}" destId="{996D2A95-DFB8-401E-B705-2E93115205A9}" srcOrd="2" destOrd="0" parTransId="{9817DC08-680F-4C45-9891-AB2771AE9203}" sibTransId="{B15F6EB0-3ED9-43D4-B9E7-A5D540C38C64}"/>
    <dgm:cxn modelId="{B53C15EF-D03D-4E9A-ACF5-9032F0B5FC78}" type="presOf" srcId="{2862A7A5-3D50-47EB-B9A1-7A62218A6693}" destId="{BFFC061A-CE13-4039-8339-3C15E251176B}" srcOrd="0" destOrd="0" presId="urn:microsoft.com/office/officeart/2008/layout/LinedList"/>
    <dgm:cxn modelId="{71A8C3EF-957E-4EC1-A26B-1CDCB1B3437C}" srcId="{C04BEF35-B795-4E63-A73E-2F7FCFB95FA1}" destId="{6B770E61-571D-43DA-8BCF-CA3976F8D25D}" srcOrd="0" destOrd="0" parTransId="{07E075F3-A461-416F-A1AD-F238B4B581DF}" sibTransId="{EE3BAAEB-F39F-454C-81ED-A343D627FA70}"/>
    <dgm:cxn modelId="{CBEDD942-92B5-49D0-9F01-74CA1DEDA8BE}" type="presParOf" srcId="{E371BC9F-824E-4283-B5DB-3673B8ED264C}" destId="{7371AA5B-8062-4CAE-9209-A827BF0B67E5}" srcOrd="0" destOrd="0" presId="urn:microsoft.com/office/officeart/2008/layout/LinedList"/>
    <dgm:cxn modelId="{8A2455E6-6219-4978-B176-45D1C4970262}" type="presParOf" srcId="{E371BC9F-824E-4283-B5DB-3673B8ED264C}" destId="{9CC3B726-FF09-4683-90AA-0D4CD2FC6869}" srcOrd="1" destOrd="0" presId="urn:microsoft.com/office/officeart/2008/layout/LinedList"/>
    <dgm:cxn modelId="{5DBA5E52-281E-4F8C-B0E3-E8E7316A3AB1}" type="presParOf" srcId="{9CC3B726-FF09-4683-90AA-0D4CD2FC6869}" destId="{A7E132A6-04C2-42B5-B562-1C38818C8711}" srcOrd="0" destOrd="0" presId="urn:microsoft.com/office/officeart/2008/layout/LinedList"/>
    <dgm:cxn modelId="{BC794D9D-43B3-4D6E-876A-F8F2DBFC0720}" type="presParOf" srcId="{9CC3B726-FF09-4683-90AA-0D4CD2FC6869}" destId="{8BBDFE06-D49D-4194-B780-F45B913B2506}" srcOrd="1" destOrd="0" presId="urn:microsoft.com/office/officeart/2008/layout/LinedList"/>
    <dgm:cxn modelId="{58DAD991-C6F3-4BC8-99DC-5B36DBA3268D}" type="presParOf" srcId="{E371BC9F-824E-4283-B5DB-3673B8ED264C}" destId="{C64F4401-5845-4B8F-A921-39C68D198515}" srcOrd="2" destOrd="0" presId="urn:microsoft.com/office/officeart/2008/layout/LinedList"/>
    <dgm:cxn modelId="{73137CD6-5A7D-43B0-8991-441474EABE8C}" type="presParOf" srcId="{E371BC9F-824E-4283-B5DB-3673B8ED264C}" destId="{3AF6CEFF-D1BB-47F9-AAFF-ABA3DCFD0460}" srcOrd="3" destOrd="0" presId="urn:microsoft.com/office/officeart/2008/layout/LinedList"/>
    <dgm:cxn modelId="{F26FA784-5FD0-42CF-ACEF-E54EF63D0287}" type="presParOf" srcId="{3AF6CEFF-D1BB-47F9-AAFF-ABA3DCFD0460}" destId="{BFFC061A-CE13-4039-8339-3C15E251176B}" srcOrd="0" destOrd="0" presId="urn:microsoft.com/office/officeart/2008/layout/LinedList"/>
    <dgm:cxn modelId="{2D2D0301-DFEF-4958-BB7A-FB2EE031A7EC}" type="presParOf" srcId="{3AF6CEFF-D1BB-47F9-AAFF-ABA3DCFD0460}" destId="{02E58D43-E337-4D9B-AADB-9E4A5C25BA86}" srcOrd="1" destOrd="0" presId="urn:microsoft.com/office/officeart/2008/layout/LinedList"/>
    <dgm:cxn modelId="{30064777-4450-4507-990C-5BA538B29803}" type="presParOf" srcId="{E371BC9F-824E-4283-B5DB-3673B8ED264C}" destId="{8528EC5C-3C5B-40C6-85AF-B8916DDC81F2}" srcOrd="4" destOrd="0" presId="urn:microsoft.com/office/officeart/2008/layout/LinedList"/>
    <dgm:cxn modelId="{C4D21CA2-819E-4265-A781-80CA77D56EAE}" type="presParOf" srcId="{E371BC9F-824E-4283-B5DB-3673B8ED264C}" destId="{E2074BA5-24C9-46C5-8A3F-D8352644892C}" srcOrd="5" destOrd="0" presId="urn:microsoft.com/office/officeart/2008/layout/LinedList"/>
    <dgm:cxn modelId="{31BAB289-D347-4F4A-A1B6-B744DEA9C151}" type="presParOf" srcId="{E2074BA5-24C9-46C5-8A3F-D8352644892C}" destId="{81811A9D-4C81-498D-B3C5-3230515AE2E7}" srcOrd="0" destOrd="0" presId="urn:microsoft.com/office/officeart/2008/layout/LinedList"/>
    <dgm:cxn modelId="{502BD06E-E2BB-4BD1-9D96-C48A63AE5A3D}" type="presParOf" srcId="{E2074BA5-24C9-46C5-8A3F-D8352644892C}" destId="{420A0C8E-9887-4D3E-8418-132F862ACCD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14E3A58-6B9A-4802-9A10-E61F10923DC7}"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1E206C70-B5BE-4247-B208-4AEC0146A099}">
      <dgm:prSet/>
      <dgm:spPr/>
      <dgm:t>
        <a:bodyPr/>
        <a:lstStyle/>
        <a:p>
          <a:pPr>
            <a:defRPr cap="all"/>
          </a:pPr>
          <a:r>
            <a:rPr lang="tr-TR" b="1" dirty="0"/>
            <a:t>Bilimsel Analiz </a:t>
          </a:r>
          <a:endParaRPr lang="en-US" b="1" dirty="0"/>
        </a:p>
      </dgm:t>
    </dgm:pt>
    <dgm:pt modelId="{A33E210C-50C7-492F-BDA3-8B593D240973}" type="parTrans" cxnId="{6C3E1721-9CC8-4E7E-9A51-2A941B1BD86B}">
      <dgm:prSet/>
      <dgm:spPr/>
      <dgm:t>
        <a:bodyPr/>
        <a:lstStyle/>
        <a:p>
          <a:endParaRPr lang="en-US"/>
        </a:p>
      </dgm:t>
    </dgm:pt>
    <dgm:pt modelId="{3AD4DD1F-1CDD-4864-B614-276E796833EF}" type="sibTrans" cxnId="{6C3E1721-9CC8-4E7E-9A51-2A941B1BD86B}">
      <dgm:prSet/>
      <dgm:spPr/>
      <dgm:t>
        <a:bodyPr/>
        <a:lstStyle/>
        <a:p>
          <a:endParaRPr lang="en-US"/>
        </a:p>
      </dgm:t>
    </dgm:pt>
    <dgm:pt modelId="{CAEF0AF8-5B34-4432-B0D5-19790135867E}">
      <dgm:prSet/>
      <dgm:spPr/>
      <dgm:t>
        <a:bodyPr/>
        <a:lstStyle/>
        <a:p>
          <a:pPr>
            <a:defRPr cap="all"/>
          </a:pPr>
          <a:r>
            <a:rPr lang="tr-TR"/>
            <a:t>Alt galaksi kümelerinin incelenip yeni galaksilerin tespit edilmesi</a:t>
          </a:r>
          <a:endParaRPr lang="en-US"/>
        </a:p>
      </dgm:t>
    </dgm:pt>
    <dgm:pt modelId="{509D6858-D02E-4540-9E83-6229CEAA587D}" type="parTrans" cxnId="{5265193F-B768-415A-A85B-EEC04D57DFCB}">
      <dgm:prSet/>
      <dgm:spPr/>
      <dgm:t>
        <a:bodyPr/>
        <a:lstStyle/>
        <a:p>
          <a:endParaRPr lang="en-US"/>
        </a:p>
      </dgm:t>
    </dgm:pt>
    <dgm:pt modelId="{609B8978-7619-46BB-B627-74A6B48ACB96}" type="sibTrans" cxnId="{5265193F-B768-415A-A85B-EEC04D57DFCB}">
      <dgm:prSet/>
      <dgm:spPr/>
      <dgm:t>
        <a:bodyPr/>
        <a:lstStyle/>
        <a:p>
          <a:endParaRPr lang="en-US"/>
        </a:p>
      </dgm:t>
    </dgm:pt>
    <dgm:pt modelId="{D26BE097-570E-46A4-9EB6-0684B156115B}">
      <dgm:prSet/>
      <dgm:spPr/>
      <dgm:t>
        <a:bodyPr/>
        <a:lstStyle/>
        <a:p>
          <a:pPr>
            <a:defRPr cap="all"/>
          </a:pPr>
          <a:r>
            <a:rPr lang="tr-TR"/>
            <a:t>Keşfedilen yeni canlı türlerinin sınıflandırılması </a:t>
          </a:r>
          <a:endParaRPr lang="en-US"/>
        </a:p>
      </dgm:t>
    </dgm:pt>
    <dgm:pt modelId="{F6D68DB6-D762-4DAC-8F16-09EFFA7B4989}" type="parTrans" cxnId="{C0C8FB5F-98C7-42F7-9906-64C5B1D28A04}">
      <dgm:prSet/>
      <dgm:spPr/>
      <dgm:t>
        <a:bodyPr/>
        <a:lstStyle/>
        <a:p>
          <a:endParaRPr lang="en-US"/>
        </a:p>
      </dgm:t>
    </dgm:pt>
    <dgm:pt modelId="{37E8F1E3-935C-4772-8152-7C7ACB1420C8}" type="sibTrans" cxnId="{C0C8FB5F-98C7-42F7-9906-64C5B1D28A04}">
      <dgm:prSet/>
      <dgm:spPr/>
      <dgm:t>
        <a:bodyPr/>
        <a:lstStyle/>
        <a:p>
          <a:endParaRPr lang="en-US"/>
        </a:p>
      </dgm:t>
    </dgm:pt>
    <dgm:pt modelId="{A9B41F25-3491-4E48-B385-A3656D249127}" type="pres">
      <dgm:prSet presAssocID="{D14E3A58-6B9A-4802-9A10-E61F10923DC7}" presName="root" presStyleCnt="0">
        <dgm:presLayoutVars>
          <dgm:dir/>
          <dgm:resizeHandles val="exact"/>
        </dgm:presLayoutVars>
      </dgm:prSet>
      <dgm:spPr/>
    </dgm:pt>
    <dgm:pt modelId="{D9D0EA83-04AE-4C35-86F0-9F8B9E554BE9}" type="pres">
      <dgm:prSet presAssocID="{1E206C70-B5BE-4247-B208-4AEC0146A099}" presName="compNode" presStyleCnt="0"/>
      <dgm:spPr/>
    </dgm:pt>
    <dgm:pt modelId="{CF2485BF-0024-49D2-9933-23FF8E82730D}" type="pres">
      <dgm:prSet presAssocID="{1E206C70-B5BE-4247-B208-4AEC0146A099}" presName="iconBgRect" presStyleLbl="bgShp" presStyleIdx="0" presStyleCnt="3"/>
      <dgm:spPr/>
    </dgm:pt>
    <dgm:pt modelId="{C208EAFB-8FC8-4ED6-A3C5-D104DCE3BBBF}" type="pres">
      <dgm:prSet presAssocID="{1E206C70-B5BE-4247-B208-4AEC0146A09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m Kap"/>
        </a:ext>
      </dgm:extLst>
    </dgm:pt>
    <dgm:pt modelId="{A1D0AFD6-7C9B-4A86-AB5C-A2D7F29BA0C5}" type="pres">
      <dgm:prSet presAssocID="{1E206C70-B5BE-4247-B208-4AEC0146A099}" presName="spaceRect" presStyleCnt="0"/>
      <dgm:spPr/>
    </dgm:pt>
    <dgm:pt modelId="{8145F798-A956-4E7A-8704-4419CEA6C1B1}" type="pres">
      <dgm:prSet presAssocID="{1E206C70-B5BE-4247-B208-4AEC0146A099}" presName="textRect" presStyleLbl="revTx" presStyleIdx="0" presStyleCnt="3">
        <dgm:presLayoutVars>
          <dgm:chMax val="1"/>
          <dgm:chPref val="1"/>
        </dgm:presLayoutVars>
      </dgm:prSet>
      <dgm:spPr/>
    </dgm:pt>
    <dgm:pt modelId="{A3E38566-CA9E-4CD5-AC27-5BD9A727270E}" type="pres">
      <dgm:prSet presAssocID="{3AD4DD1F-1CDD-4864-B614-276E796833EF}" presName="sibTrans" presStyleCnt="0"/>
      <dgm:spPr/>
    </dgm:pt>
    <dgm:pt modelId="{DDF77DF8-2EFC-4A47-B30E-BBAF1AE28DB3}" type="pres">
      <dgm:prSet presAssocID="{CAEF0AF8-5B34-4432-B0D5-19790135867E}" presName="compNode" presStyleCnt="0"/>
      <dgm:spPr/>
    </dgm:pt>
    <dgm:pt modelId="{7043242D-9029-4FA9-BE62-F0ECFC3F0BEB}" type="pres">
      <dgm:prSet presAssocID="{CAEF0AF8-5B34-4432-B0D5-19790135867E}" presName="iconBgRect" presStyleLbl="bgShp" presStyleIdx="1" presStyleCnt="3"/>
      <dgm:spPr/>
    </dgm:pt>
    <dgm:pt modelId="{0D276612-94D0-4994-99A4-FCCAAA352336}" type="pres">
      <dgm:prSet presAssocID="{CAEF0AF8-5B34-4432-B0D5-19790135867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tom"/>
        </a:ext>
      </dgm:extLst>
    </dgm:pt>
    <dgm:pt modelId="{5C2DB108-C0E1-44A7-873A-3328CCD962D7}" type="pres">
      <dgm:prSet presAssocID="{CAEF0AF8-5B34-4432-B0D5-19790135867E}" presName="spaceRect" presStyleCnt="0"/>
      <dgm:spPr/>
    </dgm:pt>
    <dgm:pt modelId="{AE718C05-1B8B-4D2E-BDAB-58C2ECD6119B}" type="pres">
      <dgm:prSet presAssocID="{CAEF0AF8-5B34-4432-B0D5-19790135867E}" presName="textRect" presStyleLbl="revTx" presStyleIdx="1" presStyleCnt="3">
        <dgm:presLayoutVars>
          <dgm:chMax val="1"/>
          <dgm:chPref val="1"/>
        </dgm:presLayoutVars>
      </dgm:prSet>
      <dgm:spPr/>
    </dgm:pt>
    <dgm:pt modelId="{132BEEE9-C4F7-4E8F-9103-6A9367F7451F}" type="pres">
      <dgm:prSet presAssocID="{609B8978-7619-46BB-B627-74A6B48ACB96}" presName="sibTrans" presStyleCnt="0"/>
      <dgm:spPr/>
    </dgm:pt>
    <dgm:pt modelId="{0B2B89FB-F5C3-4C85-9F84-F99422E46873}" type="pres">
      <dgm:prSet presAssocID="{D26BE097-570E-46A4-9EB6-0684B156115B}" presName="compNode" presStyleCnt="0"/>
      <dgm:spPr/>
    </dgm:pt>
    <dgm:pt modelId="{74E2076D-8417-4BA9-95DB-356D58C67935}" type="pres">
      <dgm:prSet presAssocID="{D26BE097-570E-46A4-9EB6-0684B156115B}" presName="iconBgRect" presStyleLbl="bgShp" presStyleIdx="2" presStyleCnt="3"/>
      <dgm:spPr/>
    </dgm:pt>
    <dgm:pt modelId="{F274A295-7D4C-453B-9471-C35DA9521146}" type="pres">
      <dgm:prSet presAssocID="{D26BE097-570E-46A4-9EB6-0684B156115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nay işareti"/>
        </a:ext>
      </dgm:extLst>
    </dgm:pt>
    <dgm:pt modelId="{1F7053E0-A587-438B-A328-F47F6800B56C}" type="pres">
      <dgm:prSet presAssocID="{D26BE097-570E-46A4-9EB6-0684B156115B}" presName="spaceRect" presStyleCnt="0"/>
      <dgm:spPr/>
    </dgm:pt>
    <dgm:pt modelId="{8B9BA6A5-9404-4215-8531-17DB1AD033DD}" type="pres">
      <dgm:prSet presAssocID="{D26BE097-570E-46A4-9EB6-0684B156115B}" presName="textRect" presStyleLbl="revTx" presStyleIdx="2" presStyleCnt="3">
        <dgm:presLayoutVars>
          <dgm:chMax val="1"/>
          <dgm:chPref val="1"/>
        </dgm:presLayoutVars>
      </dgm:prSet>
      <dgm:spPr/>
    </dgm:pt>
  </dgm:ptLst>
  <dgm:cxnLst>
    <dgm:cxn modelId="{B623AD0B-3D37-49F9-A81D-C9AD7FBBD57C}" type="presOf" srcId="{D26BE097-570E-46A4-9EB6-0684B156115B}" destId="{8B9BA6A5-9404-4215-8531-17DB1AD033DD}" srcOrd="0" destOrd="0" presId="urn:microsoft.com/office/officeart/2018/5/layout/IconCircleLabelList"/>
    <dgm:cxn modelId="{E4FA1F18-9233-4BB6-994A-C545D44C9300}" type="presOf" srcId="{1E206C70-B5BE-4247-B208-4AEC0146A099}" destId="{8145F798-A956-4E7A-8704-4419CEA6C1B1}" srcOrd="0" destOrd="0" presId="urn:microsoft.com/office/officeart/2018/5/layout/IconCircleLabelList"/>
    <dgm:cxn modelId="{6C3E1721-9CC8-4E7E-9A51-2A941B1BD86B}" srcId="{D14E3A58-6B9A-4802-9A10-E61F10923DC7}" destId="{1E206C70-B5BE-4247-B208-4AEC0146A099}" srcOrd="0" destOrd="0" parTransId="{A33E210C-50C7-492F-BDA3-8B593D240973}" sibTransId="{3AD4DD1F-1CDD-4864-B614-276E796833EF}"/>
    <dgm:cxn modelId="{5265193F-B768-415A-A85B-EEC04D57DFCB}" srcId="{D14E3A58-6B9A-4802-9A10-E61F10923DC7}" destId="{CAEF0AF8-5B34-4432-B0D5-19790135867E}" srcOrd="1" destOrd="0" parTransId="{509D6858-D02E-4540-9E83-6229CEAA587D}" sibTransId="{609B8978-7619-46BB-B627-74A6B48ACB96}"/>
    <dgm:cxn modelId="{C0C8FB5F-98C7-42F7-9906-64C5B1D28A04}" srcId="{D14E3A58-6B9A-4802-9A10-E61F10923DC7}" destId="{D26BE097-570E-46A4-9EB6-0684B156115B}" srcOrd="2" destOrd="0" parTransId="{F6D68DB6-D762-4DAC-8F16-09EFFA7B4989}" sibTransId="{37E8F1E3-935C-4772-8152-7C7ACB1420C8}"/>
    <dgm:cxn modelId="{8C00154A-5C26-495A-BC37-42C1AF032B83}" type="presOf" srcId="{D14E3A58-6B9A-4802-9A10-E61F10923DC7}" destId="{A9B41F25-3491-4E48-B385-A3656D249127}" srcOrd="0" destOrd="0" presId="urn:microsoft.com/office/officeart/2018/5/layout/IconCircleLabelList"/>
    <dgm:cxn modelId="{A077DFD4-FDD4-40F3-AFF7-949E5CA86EE1}" type="presOf" srcId="{CAEF0AF8-5B34-4432-B0D5-19790135867E}" destId="{AE718C05-1B8B-4D2E-BDAB-58C2ECD6119B}" srcOrd="0" destOrd="0" presId="urn:microsoft.com/office/officeart/2018/5/layout/IconCircleLabelList"/>
    <dgm:cxn modelId="{888BA8CF-1A04-43A2-88E9-D1BD8B1C4414}" type="presParOf" srcId="{A9B41F25-3491-4E48-B385-A3656D249127}" destId="{D9D0EA83-04AE-4C35-86F0-9F8B9E554BE9}" srcOrd="0" destOrd="0" presId="urn:microsoft.com/office/officeart/2018/5/layout/IconCircleLabelList"/>
    <dgm:cxn modelId="{2183ACDA-D21A-4428-BBD9-904635CFEAF1}" type="presParOf" srcId="{D9D0EA83-04AE-4C35-86F0-9F8B9E554BE9}" destId="{CF2485BF-0024-49D2-9933-23FF8E82730D}" srcOrd="0" destOrd="0" presId="urn:microsoft.com/office/officeart/2018/5/layout/IconCircleLabelList"/>
    <dgm:cxn modelId="{0C153165-AFD7-4A1E-8978-AE95416247D4}" type="presParOf" srcId="{D9D0EA83-04AE-4C35-86F0-9F8B9E554BE9}" destId="{C208EAFB-8FC8-4ED6-A3C5-D104DCE3BBBF}" srcOrd="1" destOrd="0" presId="urn:microsoft.com/office/officeart/2018/5/layout/IconCircleLabelList"/>
    <dgm:cxn modelId="{AAD8A367-C914-49DC-9346-0D268378A37C}" type="presParOf" srcId="{D9D0EA83-04AE-4C35-86F0-9F8B9E554BE9}" destId="{A1D0AFD6-7C9B-4A86-AB5C-A2D7F29BA0C5}" srcOrd="2" destOrd="0" presId="urn:microsoft.com/office/officeart/2018/5/layout/IconCircleLabelList"/>
    <dgm:cxn modelId="{04C2EA6F-309B-45FA-9768-4FEC1359CDE6}" type="presParOf" srcId="{D9D0EA83-04AE-4C35-86F0-9F8B9E554BE9}" destId="{8145F798-A956-4E7A-8704-4419CEA6C1B1}" srcOrd="3" destOrd="0" presId="urn:microsoft.com/office/officeart/2018/5/layout/IconCircleLabelList"/>
    <dgm:cxn modelId="{60E3932E-D42D-4D6D-8E5E-414769E98D31}" type="presParOf" srcId="{A9B41F25-3491-4E48-B385-A3656D249127}" destId="{A3E38566-CA9E-4CD5-AC27-5BD9A727270E}" srcOrd="1" destOrd="0" presId="urn:microsoft.com/office/officeart/2018/5/layout/IconCircleLabelList"/>
    <dgm:cxn modelId="{A73C79AD-F6A5-4E41-BC4C-53B448676E5A}" type="presParOf" srcId="{A9B41F25-3491-4E48-B385-A3656D249127}" destId="{DDF77DF8-2EFC-4A47-B30E-BBAF1AE28DB3}" srcOrd="2" destOrd="0" presId="urn:microsoft.com/office/officeart/2018/5/layout/IconCircleLabelList"/>
    <dgm:cxn modelId="{03812CEC-B66C-4AB1-98BD-5009C25872B8}" type="presParOf" srcId="{DDF77DF8-2EFC-4A47-B30E-BBAF1AE28DB3}" destId="{7043242D-9029-4FA9-BE62-F0ECFC3F0BEB}" srcOrd="0" destOrd="0" presId="urn:microsoft.com/office/officeart/2018/5/layout/IconCircleLabelList"/>
    <dgm:cxn modelId="{8722529C-AC13-4E3F-A004-233FACB681A0}" type="presParOf" srcId="{DDF77DF8-2EFC-4A47-B30E-BBAF1AE28DB3}" destId="{0D276612-94D0-4994-99A4-FCCAAA352336}" srcOrd="1" destOrd="0" presId="urn:microsoft.com/office/officeart/2018/5/layout/IconCircleLabelList"/>
    <dgm:cxn modelId="{1A104085-E838-4E51-88C6-B3B94F7E6CBF}" type="presParOf" srcId="{DDF77DF8-2EFC-4A47-B30E-BBAF1AE28DB3}" destId="{5C2DB108-C0E1-44A7-873A-3328CCD962D7}" srcOrd="2" destOrd="0" presId="urn:microsoft.com/office/officeart/2018/5/layout/IconCircleLabelList"/>
    <dgm:cxn modelId="{5CE81DF7-BCD0-4D00-B910-F8F9DA802B5F}" type="presParOf" srcId="{DDF77DF8-2EFC-4A47-B30E-BBAF1AE28DB3}" destId="{AE718C05-1B8B-4D2E-BDAB-58C2ECD6119B}" srcOrd="3" destOrd="0" presId="urn:microsoft.com/office/officeart/2018/5/layout/IconCircleLabelList"/>
    <dgm:cxn modelId="{C80E9654-71FA-4EBA-8E81-8831E77A0587}" type="presParOf" srcId="{A9B41F25-3491-4E48-B385-A3656D249127}" destId="{132BEEE9-C4F7-4E8F-9103-6A9367F7451F}" srcOrd="3" destOrd="0" presId="urn:microsoft.com/office/officeart/2018/5/layout/IconCircleLabelList"/>
    <dgm:cxn modelId="{D0085939-11DD-4C90-8AD4-3C227DD6E8B6}" type="presParOf" srcId="{A9B41F25-3491-4E48-B385-A3656D249127}" destId="{0B2B89FB-F5C3-4C85-9F84-F99422E46873}" srcOrd="4" destOrd="0" presId="urn:microsoft.com/office/officeart/2018/5/layout/IconCircleLabelList"/>
    <dgm:cxn modelId="{8F2AAB71-1B5B-4F10-8F6E-065B96957682}" type="presParOf" srcId="{0B2B89FB-F5C3-4C85-9F84-F99422E46873}" destId="{74E2076D-8417-4BA9-95DB-356D58C67935}" srcOrd="0" destOrd="0" presId="urn:microsoft.com/office/officeart/2018/5/layout/IconCircleLabelList"/>
    <dgm:cxn modelId="{9D7D6540-DBCC-4303-8EF5-02E43B365C04}" type="presParOf" srcId="{0B2B89FB-F5C3-4C85-9F84-F99422E46873}" destId="{F274A295-7D4C-453B-9471-C35DA9521146}" srcOrd="1" destOrd="0" presId="urn:microsoft.com/office/officeart/2018/5/layout/IconCircleLabelList"/>
    <dgm:cxn modelId="{9D63D927-67EE-4248-B350-BA78705F37CB}" type="presParOf" srcId="{0B2B89FB-F5C3-4C85-9F84-F99422E46873}" destId="{1F7053E0-A587-438B-A328-F47F6800B56C}" srcOrd="2" destOrd="0" presId="urn:microsoft.com/office/officeart/2018/5/layout/IconCircleLabelList"/>
    <dgm:cxn modelId="{E14E3192-7A1F-4B03-9D0F-5B20D6ABA7A2}" type="presParOf" srcId="{0B2B89FB-F5C3-4C85-9F84-F99422E46873}" destId="{8B9BA6A5-9404-4215-8531-17DB1AD033DD}"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D09255-8DE3-4AC0-AD72-7F85172BCBAF}">
      <dsp:nvSpPr>
        <dsp:cNvPr id="0" name=""/>
        <dsp:cNvSpPr/>
      </dsp:nvSpPr>
      <dsp:spPr>
        <a:xfrm>
          <a:off x="141822" y="63903"/>
          <a:ext cx="5444918" cy="879502"/>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tr-TR" sz="1400" kern="1200" dirty="0"/>
            <a:t>Makine öğrenimi/yapay zeka, örüntü tanıma, istatistik ve </a:t>
          </a:r>
          <a:r>
            <a:rPr lang="tr-TR" sz="1400" kern="1200" dirty="0" err="1"/>
            <a:t>veritabanı</a:t>
          </a:r>
          <a:r>
            <a:rPr lang="tr-TR" sz="1400" kern="1200" dirty="0"/>
            <a:t> sistemlerinden fikirler alır</a:t>
          </a:r>
          <a:endParaRPr lang="en-US" sz="1400" kern="1200" dirty="0"/>
        </a:p>
      </dsp:txBody>
      <dsp:txXfrm>
        <a:off x="184756" y="106837"/>
        <a:ext cx="5359050" cy="793634"/>
      </dsp:txXfrm>
    </dsp:sp>
    <dsp:sp modelId="{249A341D-2C73-4CDC-8446-F48AC83D9854}">
      <dsp:nvSpPr>
        <dsp:cNvPr id="0" name=""/>
        <dsp:cNvSpPr/>
      </dsp:nvSpPr>
      <dsp:spPr>
        <a:xfrm rot="5400000">
          <a:off x="5279496" y="16114"/>
          <a:ext cx="1156166" cy="3568860"/>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a:outerShdw blurRad="38100" dist="25400" dir="2700000" algn="br" rotWithShape="0">
            <a:srgbClr val="000000">
              <a:alpha val="60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tr-TR" sz="1600" kern="1200" dirty="0"/>
            <a:t>Verilerin büyüklüğü</a:t>
          </a:r>
          <a:endParaRPr lang="en-US" sz="1600" kern="1200" dirty="0"/>
        </a:p>
        <a:p>
          <a:pPr marL="171450" lvl="1" indent="-171450" algn="l" defTabSz="711200">
            <a:lnSpc>
              <a:spcPct val="90000"/>
            </a:lnSpc>
            <a:spcBef>
              <a:spcPct val="0"/>
            </a:spcBef>
            <a:spcAft>
              <a:spcPct val="15000"/>
            </a:spcAft>
            <a:buChar char="•"/>
          </a:pPr>
          <a:r>
            <a:rPr lang="tr-TR" sz="1600" kern="1200" dirty="0"/>
            <a:t>Verilerin yüksek boyutluluğu</a:t>
          </a:r>
          <a:endParaRPr lang="en-US" sz="1600" kern="1200" dirty="0"/>
        </a:p>
        <a:p>
          <a:pPr marL="171450" lvl="1" indent="-171450" algn="l" defTabSz="711200">
            <a:lnSpc>
              <a:spcPct val="90000"/>
            </a:lnSpc>
            <a:spcBef>
              <a:spcPct val="0"/>
            </a:spcBef>
            <a:spcAft>
              <a:spcPct val="15000"/>
            </a:spcAft>
            <a:buChar char="•"/>
          </a:pPr>
          <a:r>
            <a:rPr lang="tr-TR" sz="1600" kern="1200" dirty="0"/>
            <a:t>Verinin heterojen, dağıtılmış doğası </a:t>
          </a:r>
          <a:endParaRPr lang="en-US" sz="1600" kern="1200" dirty="0"/>
        </a:p>
      </dsp:txBody>
      <dsp:txXfrm rot="-5400000">
        <a:off x="4073150" y="1278900"/>
        <a:ext cx="3512421" cy="1043288"/>
      </dsp:txXfrm>
    </dsp:sp>
    <dsp:sp modelId="{AD01B069-C1A5-42E5-8461-5CC2CD4C0B75}">
      <dsp:nvSpPr>
        <dsp:cNvPr id="0" name=""/>
        <dsp:cNvSpPr/>
      </dsp:nvSpPr>
      <dsp:spPr>
        <a:xfrm>
          <a:off x="42194" y="1396535"/>
          <a:ext cx="3661159" cy="730033"/>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tr-TR" sz="1800" kern="1200" dirty="0"/>
            <a:t>Geleneksel Teknikler yandaki nedenlerden dolayı uygun olmayabilir</a:t>
          </a:r>
          <a:r>
            <a:rPr lang="tr-TR" sz="1000" kern="1200" dirty="0"/>
            <a:t>:</a:t>
          </a:r>
          <a:endParaRPr lang="en-US" sz="1000" kern="1200" dirty="0"/>
        </a:p>
      </dsp:txBody>
      <dsp:txXfrm>
        <a:off x="77831" y="1432172"/>
        <a:ext cx="3589885" cy="658759"/>
      </dsp:txXfrm>
    </dsp:sp>
    <dsp:sp modelId="{91EF3B14-5CEA-4DE1-AA60-2378C571253E}">
      <dsp:nvSpPr>
        <dsp:cNvPr id="0" name=""/>
        <dsp:cNvSpPr/>
      </dsp:nvSpPr>
      <dsp:spPr>
        <a:xfrm>
          <a:off x="63369" y="2630322"/>
          <a:ext cx="2941467" cy="1066556"/>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tr-TR" sz="1600" kern="1200" dirty="0"/>
            <a:t>Çoğu zaman verilerde kolaylıkla görülemeyen  gizli bilgiler  vardır.</a:t>
          </a:r>
          <a:endParaRPr lang="en-US" sz="1600" kern="1200" dirty="0"/>
        </a:p>
      </dsp:txBody>
      <dsp:txXfrm>
        <a:off x="115434" y="2682387"/>
        <a:ext cx="2837337" cy="962426"/>
      </dsp:txXfrm>
    </dsp:sp>
    <dsp:sp modelId="{83EF2584-B03A-4769-958B-9ECD4524E8C0}">
      <dsp:nvSpPr>
        <dsp:cNvPr id="0" name=""/>
        <dsp:cNvSpPr/>
      </dsp:nvSpPr>
      <dsp:spPr>
        <a:xfrm>
          <a:off x="3122060" y="2625268"/>
          <a:ext cx="3533653" cy="541391"/>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tr-TR" sz="1600" kern="1200" dirty="0"/>
            <a:t>İnsan analistlerin yararlı bilgileri </a:t>
          </a:r>
          <a:r>
            <a:rPr lang="tr-TR" sz="1600" kern="1200" dirty="0">
              <a:solidFill>
                <a:srgbClr val="000000">
                  <a:hueOff val="0"/>
                  <a:satOff val="0"/>
                  <a:lumOff val="0"/>
                  <a:alphaOff val="0"/>
                </a:srgbClr>
              </a:solidFill>
              <a:latin typeface="Calibri" panose="020F0502020204030204"/>
              <a:ea typeface="+mn-ea"/>
              <a:cs typeface="+mn-cs"/>
            </a:rPr>
            <a:t>keşfetmesi</a:t>
          </a:r>
          <a:r>
            <a:rPr lang="tr-TR" sz="1600" kern="1200" dirty="0"/>
            <a:t> haftalar alabilir</a:t>
          </a:r>
          <a:endParaRPr lang="en-US" sz="1600" kern="1200" dirty="0"/>
        </a:p>
      </dsp:txBody>
      <dsp:txXfrm>
        <a:off x="3148489" y="2651697"/>
        <a:ext cx="3480795" cy="488533"/>
      </dsp:txXfrm>
    </dsp:sp>
    <dsp:sp modelId="{EAD2F5CC-2CDE-44CD-ABF8-D134409EA077}">
      <dsp:nvSpPr>
        <dsp:cNvPr id="0" name=""/>
        <dsp:cNvSpPr/>
      </dsp:nvSpPr>
      <dsp:spPr>
        <a:xfrm>
          <a:off x="3137248" y="3247487"/>
          <a:ext cx="3709237" cy="389079"/>
        </a:xfrm>
        <a:prstGeom prst="roundRect">
          <a:avLst/>
        </a:prstGeom>
        <a:gradFill rotWithShape="0">
          <a:gsLst>
            <a:gs pos="0">
              <a:schemeClr val="accent1">
                <a:lumMod val="40000"/>
                <a:lumOff val="6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tr-TR" sz="1600" kern="1200" dirty="0"/>
            <a:t>Verilerin çoğu hiçbir zaman analiz edilmez</a:t>
          </a:r>
          <a:endParaRPr lang="en-US" sz="1600" kern="1200" dirty="0"/>
        </a:p>
      </dsp:txBody>
      <dsp:txXfrm>
        <a:off x="3156241" y="3266480"/>
        <a:ext cx="3671251" cy="3510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593990-B8C2-4D7D-A18B-9DE029F02FCC}">
      <dsp:nvSpPr>
        <dsp:cNvPr id="0" name=""/>
        <dsp:cNvSpPr/>
      </dsp:nvSpPr>
      <dsp:spPr>
        <a:xfrm>
          <a:off x="939509" y="533187"/>
          <a:ext cx="1449877" cy="144987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1B78EB0-1E18-477A-8CD4-0A663C39ACAD}">
      <dsp:nvSpPr>
        <dsp:cNvPr id="0" name=""/>
        <dsp:cNvSpPr/>
      </dsp:nvSpPr>
      <dsp:spPr>
        <a:xfrm>
          <a:off x="53473" y="2366054"/>
          <a:ext cx="322194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tr-TR" sz="1700" b="1" kern="1200" dirty="0"/>
            <a:t>Bilişim Sistemleri </a:t>
          </a:r>
          <a:endParaRPr lang="en-US" sz="1700" b="1" kern="1200" dirty="0"/>
        </a:p>
      </dsp:txBody>
      <dsp:txXfrm>
        <a:off x="53473" y="2366054"/>
        <a:ext cx="3221949" cy="720000"/>
      </dsp:txXfrm>
    </dsp:sp>
    <dsp:sp modelId="{D03CCD81-B264-488C-B3F9-0F81682D1884}">
      <dsp:nvSpPr>
        <dsp:cNvPr id="0" name=""/>
        <dsp:cNvSpPr/>
      </dsp:nvSpPr>
      <dsp:spPr>
        <a:xfrm>
          <a:off x="4725299" y="533187"/>
          <a:ext cx="1449877" cy="144987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0632591-6944-4CC7-8158-1A61CEA19F4A}">
      <dsp:nvSpPr>
        <dsp:cNvPr id="0" name=""/>
        <dsp:cNvSpPr/>
      </dsp:nvSpPr>
      <dsp:spPr>
        <a:xfrm>
          <a:off x="3839263" y="2366054"/>
          <a:ext cx="322194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tr-TR" sz="1700" kern="1200"/>
            <a:t>İstenmeyen web içerikleri ve mesajların belirlenmesi ve filtrelenmesi</a:t>
          </a:r>
          <a:endParaRPr lang="en-US" sz="1700" kern="1200"/>
        </a:p>
      </dsp:txBody>
      <dsp:txXfrm>
        <a:off x="3839263" y="2366054"/>
        <a:ext cx="3221949" cy="720000"/>
      </dsp:txXfrm>
    </dsp:sp>
    <dsp:sp modelId="{0BFBD3AC-AA9A-4340-85EF-1060087EE7DD}">
      <dsp:nvSpPr>
        <dsp:cNvPr id="0" name=""/>
        <dsp:cNvSpPr/>
      </dsp:nvSpPr>
      <dsp:spPr>
        <a:xfrm>
          <a:off x="8511090" y="533187"/>
          <a:ext cx="1449877" cy="144987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41AB938-4F0D-4531-B42F-D7B186246EBC}">
      <dsp:nvSpPr>
        <dsp:cNvPr id="0" name=""/>
        <dsp:cNvSpPr/>
      </dsp:nvSpPr>
      <dsp:spPr>
        <a:xfrm>
          <a:off x="7625054" y="2366054"/>
          <a:ext cx="322194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tr-TR" sz="1700" kern="1200"/>
            <a:t>Bilgisayar ağ güvenlik köprülerinin tespiti ve korunması</a:t>
          </a:r>
          <a:endParaRPr lang="en-US" sz="1700" kern="1200"/>
        </a:p>
      </dsp:txBody>
      <dsp:txXfrm>
        <a:off x="7625054" y="2366054"/>
        <a:ext cx="3221949"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7FAA8D-D164-4DBE-9081-F2AD418F8E33}">
      <dsp:nvSpPr>
        <dsp:cNvPr id="0" name=""/>
        <dsp:cNvSpPr/>
      </dsp:nvSpPr>
      <dsp:spPr>
        <a:xfrm>
          <a:off x="939509" y="533187"/>
          <a:ext cx="1449877" cy="144987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82BF91F-6BA8-4E1A-A264-3E83BB420956}">
      <dsp:nvSpPr>
        <dsp:cNvPr id="0" name=""/>
        <dsp:cNvSpPr/>
      </dsp:nvSpPr>
      <dsp:spPr>
        <a:xfrm>
          <a:off x="53473" y="2366054"/>
          <a:ext cx="322194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tr-TR" sz="1500" b="1" kern="1200"/>
            <a:t>Perakendecilik ve Lojistik</a:t>
          </a:r>
          <a:endParaRPr lang="en-US" sz="1500" b="1" kern="1200"/>
        </a:p>
      </dsp:txBody>
      <dsp:txXfrm>
        <a:off x="53473" y="2366054"/>
        <a:ext cx="3221949" cy="720000"/>
      </dsp:txXfrm>
    </dsp:sp>
    <dsp:sp modelId="{7B9B7671-89EE-4F02-8069-1161EDFF63E5}">
      <dsp:nvSpPr>
        <dsp:cNvPr id="0" name=""/>
        <dsp:cNvSpPr/>
      </dsp:nvSpPr>
      <dsp:spPr>
        <a:xfrm>
          <a:off x="4725299" y="533187"/>
          <a:ext cx="1449877" cy="144987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23DACD-676B-42D6-97F6-7FB672AB126C}">
      <dsp:nvSpPr>
        <dsp:cNvPr id="0" name=""/>
        <dsp:cNvSpPr/>
      </dsp:nvSpPr>
      <dsp:spPr>
        <a:xfrm>
          <a:off x="3839263" y="2366054"/>
          <a:ext cx="322194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tr-TR" sz="1500" kern="1200"/>
            <a:t>Market-sepet analizi Lojistik optimizasyonu için farklı ürün tiplerine ait tüketim seviyelerinin tahmini </a:t>
          </a:r>
          <a:endParaRPr lang="en-US" sz="1500" kern="1200"/>
        </a:p>
      </dsp:txBody>
      <dsp:txXfrm>
        <a:off x="3839263" y="2366054"/>
        <a:ext cx="3221949" cy="720000"/>
      </dsp:txXfrm>
    </dsp:sp>
    <dsp:sp modelId="{52B536C4-4091-4FCC-94DA-09BA30E6FF96}">
      <dsp:nvSpPr>
        <dsp:cNvPr id="0" name=""/>
        <dsp:cNvSpPr/>
      </dsp:nvSpPr>
      <dsp:spPr>
        <a:xfrm>
          <a:off x="8511090" y="533187"/>
          <a:ext cx="1449877" cy="144987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3C1F15E-940D-4092-B8CE-7959A20D0CAA}">
      <dsp:nvSpPr>
        <dsp:cNvPr id="0" name=""/>
        <dsp:cNvSpPr/>
      </dsp:nvSpPr>
      <dsp:spPr>
        <a:xfrm>
          <a:off x="7625054" y="2366054"/>
          <a:ext cx="322194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tr-TR" sz="1500" kern="1200"/>
            <a:t>Tedarik zincirindeki ilginç örüntülerin keşfi</a:t>
          </a:r>
          <a:endParaRPr lang="en-US" sz="1500" kern="1200"/>
        </a:p>
      </dsp:txBody>
      <dsp:txXfrm>
        <a:off x="7625054" y="2366054"/>
        <a:ext cx="3221949"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80CA8B-5DF7-4A4F-83DF-6A80668C4CCA}">
      <dsp:nvSpPr>
        <dsp:cNvPr id="0" name=""/>
        <dsp:cNvSpPr/>
      </dsp:nvSpPr>
      <dsp:spPr>
        <a:xfrm>
          <a:off x="0" y="441"/>
          <a:ext cx="10900477" cy="10338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4B875F-50E5-4F75-83CF-37426AA0B784}">
      <dsp:nvSpPr>
        <dsp:cNvPr id="0" name=""/>
        <dsp:cNvSpPr/>
      </dsp:nvSpPr>
      <dsp:spPr>
        <a:xfrm>
          <a:off x="312729" y="233050"/>
          <a:ext cx="568599" cy="56859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E94BC91-BD2F-46FD-ABCE-90E3A3DA39C3}">
      <dsp:nvSpPr>
        <dsp:cNvPr id="0" name=""/>
        <dsp:cNvSpPr/>
      </dsp:nvSpPr>
      <dsp:spPr>
        <a:xfrm>
          <a:off x="1194058" y="441"/>
          <a:ext cx="9706418" cy="1033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412" tIns="109412" rIns="109412" bIns="109412" numCol="1" spcCol="1270" anchor="ctr" anchorCtr="0">
          <a:noAutofit/>
        </a:bodyPr>
        <a:lstStyle/>
        <a:p>
          <a:pPr marL="0" lvl="0" indent="0" algn="l" defTabSz="1111250">
            <a:lnSpc>
              <a:spcPct val="100000"/>
            </a:lnSpc>
            <a:spcBef>
              <a:spcPct val="0"/>
            </a:spcBef>
            <a:spcAft>
              <a:spcPct val="35000"/>
            </a:spcAft>
            <a:buNone/>
          </a:pPr>
          <a:r>
            <a:rPr lang="tr-TR" sz="2500" b="1" kern="1200"/>
            <a:t>Eğlence </a:t>
          </a:r>
          <a:endParaRPr lang="en-US" sz="2500" b="1" kern="1200"/>
        </a:p>
      </dsp:txBody>
      <dsp:txXfrm>
        <a:off x="1194058" y="441"/>
        <a:ext cx="9706418" cy="1033816"/>
      </dsp:txXfrm>
    </dsp:sp>
    <dsp:sp modelId="{4C36B367-B6A3-4322-861A-3823EA1EBBD9}">
      <dsp:nvSpPr>
        <dsp:cNvPr id="0" name=""/>
        <dsp:cNvSpPr/>
      </dsp:nvSpPr>
      <dsp:spPr>
        <a:xfrm>
          <a:off x="0" y="1292712"/>
          <a:ext cx="10900477" cy="10338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8C0662-54E6-4EC6-B2A3-1DE2870E84AE}">
      <dsp:nvSpPr>
        <dsp:cNvPr id="0" name=""/>
        <dsp:cNvSpPr/>
      </dsp:nvSpPr>
      <dsp:spPr>
        <a:xfrm>
          <a:off x="312729" y="1525321"/>
          <a:ext cx="568599" cy="56859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A27BE1-D500-49B4-8A04-350DB4934F3C}">
      <dsp:nvSpPr>
        <dsp:cNvPr id="0" name=""/>
        <dsp:cNvSpPr/>
      </dsp:nvSpPr>
      <dsp:spPr>
        <a:xfrm>
          <a:off x="1194058" y="1292712"/>
          <a:ext cx="9706418" cy="1033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412" tIns="109412" rIns="109412" bIns="109412" numCol="1" spcCol="1270" anchor="ctr" anchorCtr="0">
          <a:noAutofit/>
        </a:bodyPr>
        <a:lstStyle/>
        <a:p>
          <a:pPr marL="0" lvl="0" indent="0" algn="l" defTabSz="1111250">
            <a:lnSpc>
              <a:spcPct val="100000"/>
            </a:lnSpc>
            <a:spcBef>
              <a:spcPct val="0"/>
            </a:spcBef>
            <a:spcAft>
              <a:spcPct val="35000"/>
            </a:spcAft>
            <a:buNone/>
          </a:pPr>
          <a:r>
            <a:rPr lang="tr-TR" sz="2500" kern="1200"/>
            <a:t>Prime-time’da gösterilecek programlara ve reklamlara nerede yer verilmesi gerektiğine karar verilmesi </a:t>
          </a:r>
          <a:endParaRPr lang="en-US" sz="2500" kern="1200"/>
        </a:p>
      </dsp:txBody>
      <dsp:txXfrm>
        <a:off x="1194058" y="1292712"/>
        <a:ext cx="9706418" cy="1033816"/>
      </dsp:txXfrm>
    </dsp:sp>
    <dsp:sp modelId="{DF9BED3D-2EC1-4647-BE06-55E0BCBA90B0}">
      <dsp:nvSpPr>
        <dsp:cNvPr id="0" name=""/>
        <dsp:cNvSpPr/>
      </dsp:nvSpPr>
      <dsp:spPr>
        <a:xfrm>
          <a:off x="0" y="2584983"/>
          <a:ext cx="10900477" cy="10338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587AEA-CF36-4EC0-8E19-80739FF15EA4}">
      <dsp:nvSpPr>
        <dsp:cNvPr id="0" name=""/>
        <dsp:cNvSpPr/>
      </dsp:nvSpPr>
      <dsp:spPr>
        <a:xfrm>
          <a:off x="312729" y="2817592"/>
          <a:ext cx="568599" cy="56859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D3A146-53B8-44C4-95D9-1E59DF277E47}">
      <dsp:nvSpPr>
        <dsp:cNvPr id="0" name=""/>
        <dsp:cNvSpPr/>
      </dsp:nvSpPr>
      <dsp:spPr>
        <a:xfrm>
          <a:off x="1194058" y="2584983"/>
          <a:ext cx="9706418" cy="1033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412" tIns="109412" rIns="109412" bIns="109412" numCol="1" spcCol="1270" anchor="ctr" anchorCtr="0">
          <a:noAutofit/>
        </a:bodyPr>
        <a:lstStyle/>
        <a:p>
          <a:pPr marL="0" lvl="0" indent="0" algn="l" defTabSz="1111250">
            <a:lnSpc>
              <a:spcPct val="100000"/>
            </a:lnSpc>
            <a:spcBef>
              <a:spcPct val="0"/>
            </a:spcBef>
            <a:spcAft>
              <a:spcPct val="35000"/>
            </a:spcAft>
            <a:buNone/>
          </a:pPr>
          <a:r>
            <a:rPr lang="tr-TR" sz="2500" kern="1200"/>
            <a:t>Filmlerin finansal başarısının tahmini</a:t>
          </a:r>
          <a:endParaRPr lang="en-US" sz="2500" kern="1200"/>
        </a:p>
      </dsp:txBody>
      <dsp:txXfrm>
        <a:off x="1194058" y="2584983"/>
        <a:ext cx="9706418" cy="103381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F52D06-278F-4E24-82D5-AA73ACD36116}">
      <dsp:nvSpPr>
        <dsp:cNvPr id="0" name=""/>
        <dsp:cNvSpPr/>
      </dsp:nvSpPr>
      <dsp:spPr>
        <a:xfrm>
          <a:off x="939509" y="533187"/>
          <a:ext cx="1449877" cy="144987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88C33FF-8FE1-4315-B064-8B89956E21FC}">
      <dsp:nvSpPr>
        <dsp:cNvPr id="0" name=""/>
        <dsp:cNvSpPr/>
      </dsp:nvSpPr>
      <dsp:spPr>
        <a:xfrm>
          <a:off x="53473" y="2366054"/>
          <a:ext cx="322194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tr-TR" sz="1600" b="1" kern="1200"/>
            <a:t>Seyahat</a:t>
          </a:r>
          <a:endParaRPr lang="en-US" sz="1600" b="1" kern="1200"/>
        </a:p>
      </dsp:txBody>
      <dsp:txXfrm>
        <a:off x="53473" y="2366054"/>
        <a:ext cx="3221949" cy="720000"/>
      </dsp:txXfrm>
    </dsp:sp>
    <dsp:sp modelId="{679C8740-C9A2-4973-9538-F7ADCBDDE4CD}">
      <dsp:nvSpPr>
        <dsp:cNvPr id="0" name=""/>
        <dsp:cNvSpPr/>
      </dsp:nvSpPr>
      <dsp:spPr>
        <a:xfrm>
          <a:off x="4725299" y="533187"/>
          <a:ext cx="1449877" cy="144987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E9A1046-EA92-4346-868E-FDD49DF5AC78}">
      <dsp:nvSpPr>
        <dsp:cNvPr id="0" name=""/>
        <dsp:cNvSpPr/>
      </dsp:nvSpPr>
      <dsp:spPr>
        <a:xfrm>
          <a:off x="3839263" y="2366054"/>
          <a:ext cx="322194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tr-TR" sz="1600" kern="1200"/>
            <a:t>Farklı hizmetlerin (uçak bilet tipleri, oda tipleri, araç kiralama) satış tahmini</a:t>
          </a:r>
          <a:endParaRPr lang="en-US" sz="1600" kern="1200"/>
        </a:p>
      </dsp:txBody>
      <dsp:txXfrm>
        <a:off x="3839263" y="2366054"/>
        <a:ext cx="3221949" cy="720000"/>
      </dsp:txXfrm>
    </dsp:sp>
    <dsp:sp modelId="{8397C78A-3BE6-4AA8-AA36-4DDAEBEFD280}">
      <dsp:nvSpPr>
        <dsp:cNvPr id="0" name=""/>
        <dsp:cNvSpPr/>
      </dsp:nvSpPr>
      <dsp:spPr>
        <a:xfrm>
          <a:off x="8511090" y="533187"/>
          <a:ext cx="1449877" cy="144987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AD00A3D-9684-40B9-AC2E-7EEF331F11DE}">
      <dsp:nvSpPr>
        <dsp:cNvPr id="0" name=""/>
        <dsp:cNvSpPr/>
      </dsp:nvSpPr>
      <dsp:spPr>
        <a:xfrm>
          <a:off x="7625054" y="2366054"/>
          <a:ext cx="322194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tr-TR" sz="1600" kern="1200"/>
            <a:t>En karlı müşterilerin tespiti ve özelleştirilmiş hizmetlerin sağlanması </a:t>
          </a:r>
          <a:endParaRPr lang="en-US" sz="1600" kern="1200"/>
        </a:p>
      </dsp:txBody>
      <dsp:txXfrm>
        <a:off x="7625054" y="2366054"/>
        <a:ext cx="3221949"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FAB2CA-EA49-4BDC-BDFE-6735D33B4135}">
      <dsp:nvSpPr>
        <dsp:cNvPr id="0" name=""/>
        <dsp:cNvSpPr/>
      </dsp:nvSpPr>
      <dsp:spPr>
        <a:xfrm>
          <a:off x="742288" y="758975"/>
          <a:ext cx="1065950" cy="10659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50DCA09-E497-435F-A024-D93AA4F7F34B}">
      <dsp:nvSpPr>
        <dsp:cNvPr id="0" name=""/>
        <dsp:cNvSpPr/>
      </dsp:nvSpPr>
      <dsp:spPr>
        <a:xfrm>
          <a:off x="90874" y="2140266"/>
          <a:ext cx="236877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tr-TR" sz="1500" b="1" kern="1200"/>
            <a:t>Bankacılık ve Sigortacılık </a:t>
          </a:r>
          <a:endParaRPr lang="en-US" sz="1500" kern="1200"/>
        </a:p>
      </dsp:txBody>
      <dsp:txXfrm>
        <a:off x="90874" y="2140266"/>
        <a:ext cx="2368779" cy="720000"/>
      </dsp:txXfrm>
    </dsp:sp>
    <dsp:sp modelId="{174AF8F5-4CF7-4D18-B7A5-24F3BA9055AC}">
      <dsp:nvSpPr>
        <dsp:cNvPr id="0" name=""/>
        <dsp:cNvSpPr/>
      </dsp:nvSpPr>
      <dsp:spPr>
        <a:xfrm>
          <a:off x="3525604" y="758975"/>
          <a:ext cx="1065950" cy="10659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EAB4B4F-5560-487E-A05B-2A17E54CB4A9}">
      <dsp:nvSpPr>
        <dsp:cNvPr id="0" name=""/>
        <dsp:cNvSpPr/>
      </dsp:nvSpPr>
      <dsp:spPr>
        <a:xfrm>
          <a:off x="2874190" y="2140266"/>
          <a:ext cx="236877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tr-TR" sz="1500" kern="1200"/>
            <a:t>Kredi kartı ve sigorta dolandırıcılıklarının tespiti,</a:t>
          </a:r>
          <a:endParaRPr lang="en-US" sz="1500" kern="1200"/>
        </a:p>
      </dsp:txBody>
      <dsp:txXfrm>
        <a:off x="2874190" y="2140266"/>
        <a:ext cx="2368779" cy="720000"/>
      </dsp:txXfrm>
    </dsp:sp>
    <dsp:sp modelId="{CEB91C7C-D32E-417B-A92A-0F9B4A96FBA2}">
      <dsp:nvSpPr>
        <dsp:cNvPr id="0" name=""/>
        <dsp:cNvSpPr/>
      </dsp:nvSpPr>
      <dsp:spPr>
        <a:xfrm>
          <a:off x="6308921" y="758975"/>
          <a:ext cx="1065950" cy="10659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4916012-6593-47C8-8D14-6376D6ADDE48}">
      <dsp:nvSpPr>
        <dsp:cNvPr id="0" name=""/>
        <dsp:cNvSpPr/>
      </dsp:nvSpPr>
      <dsp:spPr>
        <a:xfrm>
          <a:off x="5657506" y="2140266"/>
          <a:ext cx="236877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tr-TR" sz="1500" kern="1200"/>
            <a:t>Kredi kartı harcamalarına göre müşteri gruplarının belirlenmesi,</a:t>
          </a:r>
          <a:endParaRPr lang="en-US" sz="1500" kern="1200"/>
        </a:p>
      </dsp:txBody>
      <dsp:txXfrm>
        <a:off x="5657506" y="2140266"/>
        <a:ext cx="2368779" cy="720000"/>
      </dsp:txXfrm>
    </dsp:sp>
    <dsp:sp modelId="{EB0E9AEF-9CD3-4C76-BE7F-BC2C31308ED4}">
      <dsp:nvSpPr>
        <dsp:cNvPr id="0" name=""/>
        <dsp:cNvSpPr/>
      </dsp:nvSpPr>
      <dsp:spPr>
        <a:xfrm>
          <a:off x="9092237" y="758975"/>
          <a:ext cx="1065950" cy="106595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55EDE78-8C82-47E3-AFD9-4ECB6A0C354B}">
      <dsp:nvSpPr>
        <dsp:cNvPr id="0" name=""/>
        <dsp:cNvSpPr/>
      </dsp:nvSpPr>
      <dsp:spPr>
        <a:xfrm>
          <a:off x="8440823" y="2140266"/>
          <a:ext cx="236877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tr-TR" sz="1500" kern="1200"/>
            <a:t>Kredi skoru hesaplama Yeni sigorta poliçesi talep edecek müşterilerin tahmin edilmesi</a:t>
          </a:r>
          <a:endParaRPr lang="en-US" sz="1500" kern="1200"/>
        </a:p>
      </dsp:txBody>
      <dsp:txXfrm>
        <a:off x="8440823" y="2140266"/>
        <a:ext cx="2368779" cy="720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2DC3EF-E071-45F4-867C-EEB1A580D186}">
      <dsp:nvSpPr>
        <dsp:cNvPr id="0" name=""/>
        <dsp:cNvSpPr/>
      </dsp:nvSpPr>
      <dsp:spPr>
        <a:xfrm>
          <a:off x="0" y="0"/>
          <a:ext cx="7744967" cy="681494"/>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tr-TR" sz="1800" kern="1200"/>
            <a:t>Web Madenciliği </a:t>
          </a:r>
          <a:endParaRPr lang="en-US" sz="1800" kern="1200"/>
        </a:p>
      </dsp:txBody>
      <dsp:txXfrm>
        <a:off x="19960" y="19960"/>
        <a:ext cx="6929848" cy="641574"/>
      </dsp:txXfrm>
    </dsp:sp>
    <dsp:sp modelId="{E4E024F9-EDA6-461D-AF77-BD09C09372B0}">
      <dsp:nvSpPr>
        <dsp:cNvPr id="0" name=""/>
        <dsp:cNvSpPr/>
      </dsp:nvSpPr>
      <dsp:spPr>
        <a:xfrm>
          <a:off x="578358" y="776146"/>
          <a:ext cx="7744967" cy="681494"/>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tr-TR" sz="1800" kern="1200"/>
            <a:t>Yeni satış stratejileri belirlenmesi </a:t>
          </a:r>
          <a:endParaRPr lang="en-US" sz="1800" kern="1200"/>
        </a:p>
      </dsp:txBody>
      <dsp:txXfrm>
        <a:off x="598318" y="796106"/>
        <a:ext cx="6683718" cy="641574"/>
      </dsp:txXfrm>
    </dsp:sp>
    <dsp:sp modelId="{2E2618D3-60DE-4F97-90DF-9E60A2D68F56}">
      <dsp:nvSpPr>
        <dsp:cNvPr id="0" name=""/>
        <dsp:cNvSpPr/>
      </dsp:nvSpPr>
      <dsp:spPr>
        <a:xfrm>
          <a:off x="554854" y="1529142"/>
          <a:ext cx="7744967" cy="681494"/>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tr-TR" sz="1800" kern="1200" dirty="0"/>
            <a:t>Belli ürün grupları için uygun müşteri profilinin çıkarılması </a:t>
          </a:r>
          <a:endParaRPr lang="en-US" sz="1800" kern="1200" dirty="0"/>
        </a:p>
      </dsp:txBody>
      <dsp:txXfrm>
        <a:off x="574814" y="1549102"/>
        <a:ext cx="6683718" cy="641574"/>
      </dsp:txXfrm>
    </dsp:sp>
    <dsp:sp modelId="{958E1FD8-C2AD-4EF2-A22A-AE5FFFD44E96}">
      <dsp:nvSpPr>
        <dsp:cNvPr id="0" name=""/>
        <dsp:cNvSpPr/>
      </dsp:nvSpPr>
      <dsp:spPr>
        <a:xfrm>
          <a:off x="572321" y="2340631"/>
          <a:ext cx="7744967" cy="681494"/>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tr-TR" sz="1800" kern="1200" dirty="0"/>
            <a:t>Müşterilerin satın alma davranışlarının öğrenilmesi </a:t>
          </a:r>
          <a:endParaRPr lang="en-US" sz="1800" kern="1200" dirty="0"/>
        </a:p>
      </dsp:txBody>
      <dsp:txXfrm>
        <a:off x="592281" y="2360591"/>
        <a:ext cx="6683718" cy="641574"/>
      </dsp:txXfrm>
    </dsp:sp>
    <dsp:sp modelId="{12DDC783-02F3-4A46-9289-709D43C2A56E}">
      <dsp:nvSpPr>
        <dsp:cNvPr id="0" name=""/>
        <dsp:cNvSpPr/>
      </dsp:nvSpPr>
      <dsp:spPr>
        <a:xfrm>
          <a:off x="574919" y="3022124"/>
          <a:ext cx="7744967" cy="681494"/>
        </a:xfrm>
        <a:prstGeom prst="roundRect">
          <a:avLst>
            <a:gd name="adj" fmla="val 10000"/>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tr-TR" sz="1800" kern="1200" dirty="0"/>
            <a:t>Müşterilerin uygulama kullanma deneyimlerine göre web sitelerinin özelleştirilmesi </a:t>
          </a:r>
          <a:endParaRPr lang="en-US" sz="1800" kern="1200" dirty="0"/>
        </a:p>
      </dsp:txBody>
      <dsp:txXfrm>
        <a:off x="594879" y="3042084"/>
        <a:ext cx="6683718" cy="641574"/>
      </dsp:txXfrm>
    </dsp:sp>
    <dsp:sp modelId="{83632A58-200F-454B-9FFD-C3EB9A0CF4DB}">
      <dsp:nvSpPr>
        <dsp:cNvPr id="0" name=""/>
        <dsp:cNvSpPr/>
      </dsp:nvSpPr>
      <dsp:spPr>
        <a:xfrm>
          <a:off x="4231416" y="554312"/>
          <a:ext cx="442971" cy="442971"/>
        </a:xfrm>
        <a:prstGeom prst="downArrow">
          <a:avLst>
            <a:gd name="adj1" fmla="val 55000"/>
            <a:gd name="adj2" fmla="val 45000"/>
          </a:avLst>
        </a:prstGeom>
        <a:solidFill>
          <a:schemeClr val="accent2">
            <a:tint val="40000"/>
            <a:alpha val="90000"/>
            <a:hueOff val="0"/>
            <a:satOff val="0"/>
            <a:lumOff val="0"/>
            <a:alphaOff val="0"/>
          </a:schemeClr>
        </a:solid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331084" y="554312"/>
        <a:ext cx="243635" cy="333336"/>
      </dsp:txXfrm>
    </dsp:sp>
    <dsp:sp modelId="{15C2EB03-7481-4F53-ADB3-236055878057}">
      <dsp:nvSpPr>
        <dsp:cNvPr id="0" name=""/>
        <dsp:cNvSpPr/>
      </dsp:nvSpPr>
      <dsp:spPr>
        <a:xfrm>
          <a:off x="5532265" y="1335602"/>
          <a:ext cx="442971" cy="442971"/>
        </a:xfrm>
        <a:prstGeom prst="downArrow">
          <a:avLst>
            <a:gd name="adj1" fmla="val 55000"/>
            <a:gd name="adj2" fmla="val 45000"/>
          </a:avLst>
        </a:prstGeom>
        <a:solidFill>
          <a:schemeClr val="accent3">
            <a:tint val="40000"/>
            <a:alpha val="90000"/>
            <a:hueOff val="0"/>
            <a:satOff val="0"/>
            <a:lumOff val="0"/>
            <a:alphaOff val="0"/>
          </a:schemeClr>
        </a:solidFill>
        <a:ln w="15875"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631933" y="1335602"/>
        <a:ext cx="243635" cy="333336"/>
      </dsp:txXfrm>
    </dsp:sp>
    <dsp:sp modelId="{1A8BFBFB-D8DD-4371-82C2-BC1D98D794B4}">
      <dsp:nvSpPr>
        <dsp:cNvPr id="0" name=""/>
        <dsp:cNvSpPr/>
      </dsp:nvSpPr>
      <dsp:spPr>
        <a:xfrm>
          <a:off x="6392844" y="2083960"/>
          <a:ext cx="442971" cy="442971"/>
        </a:xfrm>
        <a:prstGeom prst="downArrow">
          <a:avLst>
            <a:gd name="adj1" fmla="val 55000"/>
            <a:gd name="adj2" fmla="val 45000"/>
          </a:avLst>
        </a:prstGeom>
        <a:solidFill>
          <a:schemeClr val="accent4">
            <a:tint val="40000"/>
            <a:alpha val="90000"/>
            <a:hueOff val="0"/>
            <a:satOff val="0"/>
            <a:lumOff val="0"/>
            <a:alphaOff val="0"/>
          </a:schemeClr>
        </a:solidFill>
        <a:ln w="15875"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6492512" y="2083960"/>
        <a:ext cx="243635" cy="333336"/>
      </dsp:txXfrm>
    </dsp:sp>
    <dsp:sp modelId="{EACF79CE-9314-40A4-A68C-5BC957133A8C}">
      <dsp:nvSpPr>
        <dsp:cNvPr id="0" name=""/>
        <dsp:cNvSpPr/>
      </dsp:nvSpPr>
      <dsp:spPr>
        <a:xfrm>
          <a:off x="6779294" y="2995035"/>
          <a:ext cx="442971" cy="289114"/>
        </a:xfrm>
        <a:prstGeom prst="downArrow">
          <a:avLst>
            <a:gd name="adj1" fmla="val 55000"/>
            <a:gd name="adj2" fmla="val 45000"/>
          </a:avLst>
        </a:prstGeom>
        <a:solidFill>
          <a:schemeClr val="accent5">
            <a:tint val="40000"/>
            <a:alpha val="90000"/>
            <a:hueOff val="0"/>
            <a:satOff val="0"/>
            <a:lumOff val="0"/>
            <a:alphaOff val="0"/>
          </a:schemeClr>
        </a:solidFill>
        <a:ln w="15875"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endParaRPr lang="en-US" sz="1300" kern="1200" dirty="0"/>
        </a:p>
      </dsp:txBody>
      <dsp:txXfrm>
        <a:off x="6878962" y="2995035"/>
        <a:ext cx="243635" cy="21755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DB6799-73B9-4265-8E92-09F0ECD863D4}">
      <dsp:nvSpPr>
        <dsp:cNvPr id="0" name=""/>
        <dsp:cNvSpPr/>
      </dsp:nvSpPr>
      <dsp:spPr>
        <a:xfrm>
          <a:off x="0" y="2344"/>
          <a:ext cx="6797675" cy="118846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ADD613-3084-4173-AEAC-7DE25AEB5975}">
      <dsp:nvSpPr>
        <dsp:cNvPr id="0" name=""/>
        <dsp:cNvSpPr/>
      </dsp:nvSpPr>
      <dsp:spPr>
        <a:xfrm>
          <a:off x="359511" y="269750"/>
          <a:ext cx="653657" cy="65365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05D279D-38F8-4C44-91F5-067F056BFDBE}">
      <dsp:nvSpPr>
        <dsp:cNvPr id="0" name=""/>
        <dsp:cNvSpPr/>
      </dsp:nvSpPr>
      <dsp:spPr>
        <a:xfrm>
          <a:off x="1372680" y="2344"/>
          <a:ext cx="5424994" cy="118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80" tIns="125780" rIns="125780" bIns="125780" numCol="1" spcCol="1270" anchor="ctr" anchorCtr="0">
          <a:noAutofit/>
        </a:bodyPr>
        <a:lstStyle/>
        <a:p>
          <a:pPr marL="0" lvl="0" indent="0" algn="l" defTabSz="977900">
            <a:lnSpc>
              <a:spcPct val="90000"/>
            </a:lnSpc>
            <a:spcBef>
              <a:spcPct val="0"/>
            </a:spcBef>
            <a:spcAft>
              <a:spcPct val="35000"/>
            </a:spcAft>
            <a:buNone/>
          </a:pPr>
          <a:r>
            <a:rPr lang="tr-TR" sz="2200" kern="1200"/>
            <a:t>Tıp</a:t>
          </a:r>
          <a:endParaRPr lang="en-US" sz="2200" kern="1200"/>
        </a:p>
      </dsp:txBody>
      <dsp:txXfrm>
        <a:off x="1372680" y="2344"/>
        <a:ext cx="5424994" cy="1188467"/>
      </dsp:txXfrm>
    </dsp:sp>
    <dsp:sp modelId="{1E503BCF-1CDD-4A02-A3F6-0135585A4246}">
      <dsp:nvSpPr>
        <dsp:cNvPr id="0" name=""/>
        <dsp:cNvSpPr/>
      </dsp:nvSpPr>
      <dsp:spPr>
        <a:xfrm>
          <a:off x="0" y="1487929"/>
          <a:ext cx="6797675" cy="118846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FD636B-C2A7-4E59-9295-E9F0F54246E7}">
      <dsp:nvSpPr>
        <dsp:cNvPr id="0" name=""/>
        <dsp:cNvSpPr/>
      </dsp:nvSpPr>
      <dsp:spPr>
        <a:xfrm>
          <a:off x="359511" y="1755334"/>
          <a:ext cx="653657" cy="65365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C308101-DF12-4457-B3EE-420C759DBA8A}">
      <dsp:nvSpPr>
        <dsp:cNvPr id="0" name=""/>
        <dsp:cNvSpPr/>
      </dsp:nvSpPr>
      <dsp:spPr>
        <a:xfrm>
          <a:off x="1372680" y="1487929"/>
          <a:ext cx="5424994" cy="118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80" tIns="125780" rIns="125780" bIns="125780" numCol="1" spcCol="1270" anchor="ctr" anchorCtr="0">
          <a:noAutofit/>
        </a:bodyPr>
        <a:lstStyle/>
        <a:p>
          <a:pPr marL="0" lvl="0" indent="0" algn="l" defTabSz="977900">
            <a:lnSpc>
              <a:spcPct val="90000"/>
            </a:lnSpc>
            <a:spcBef>
              <a:spcPct val="0"/>
            </a:spcBef>
            <a:spcAft>
              <a:spcPct val="35000"/>
            </a:spcAft>
            <a:buNone/>
          </a:pPr>
          <a:r>
            <a:rPr lang="tr-TR" sz="2200" kern="1200"/>
            <a:t>Klinik testler ile hastalıkların erken teşhisi </a:t>
          </a:r>
          <a:endParaRPr lang="en-US" sz="2200" kern="1200"/>
        </a:p>
      </dsp:txBody>
      <dsp:txXfrm>
        <a:off x="1372680" y="1487929"/>
        <a:ext cx="5424994" cy="1188467"/>
      </dsp:txXfrm>
    </dsp:sp>
    <dsp:sp modelId="{11072D27-9879-44CF-8207-9665FCDF2E1F}">
      <dsp:nvSpPr>
        <dsp:cNvPr id="0" name=""/>
        <dsp:cNvSpPr/>
      </dsp:nvSpPr>
      <dsp:spPr>
        <a:xfrm>
          <a:off x="0" y="2973514"/>
          <a:ext cx="6797675" cy="118846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87CB7F-B6DF-452A-923C-D539134A6D65}">
      <dsp:nvSpPr>
        <dsp:cNvPr id="0" name=""/>
        <dsp:cNvSpPr/>
      </dsp:nvSpPr>
      <dsp:spPr>
        <a:xfrm>
          <a:off x="359511" y="3240919"/>
          <a:ext cx="653657" cy="65365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3AF2606-716E-4DD7-A766-229FC4102C49}">
      <dsp:nvSpPr>
        <dsp:cNvPr id="0" name=""/>
        <dsp:cNvSpPr/>
      </dsp:nvSpPr>
      <dsp:spPr>
        <a:xfrm>
          <a:off x="1372680" y="2973514"/>
          <a:ext cx="5424994" cy="118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80" tIns="125780" rIns="125780" bIns="125780" numCol="1" spcCol="1270" anchor="ctr" anchorCtr="0">
          <a:noAutofit/>
        </a:bodyPr>
        <a:lstStyle/>
        <a:p>
          <a:pPr marL="0" lvl="0" indent="0" algn="l" defTabSz="977900">
            <a:lnSpc>
              <a:spcPct val="90000"/>
            </a:lnSpc>
            <a:spcBef>
              <a:spcPct val="0"/>
            </a:spcBef>
            <a:spcAft>
              <a:spcPct val="35000"/>
            </a:spcAft>
            <a:buNone/>
          </a:pPr>
          <a:r>
            <a:rPr lang="tr-TR" sz="2200" kern="1200"/>
            <a:t>Hastalıkların teşhisi için görüntü analizi </a:t>
          </a:r>
          <a:endParaRPr lang="en-US" sz="2200" kern="1200"/>
        </a:p>
      </dsp:txBody>
      <dsp:txXfrm>
        <a:off x="1372680" y="2973514"/>
        <a:ext cx="5424994" cy="1188467"/>
      </dsp:txXfrm>
    </dsp:sp>
    <dsp:sp modelId="{B8822971-D6B7-45E5-9BC0-73FA7C288E22}">
      <dsp:nvSpPr>
        <dsp:cNvPr id="0" name=""/>
        <dsp:cNvSpPr/>
      </dsp:nvSpPr>
      <dsp:spPr>
        <a:xfrm>
          <a:off x="0" y="4459099"/>
          <a:ext cx="6797675" cy="118846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E14B36-D4A8-4CE6-A45E-F0E04F1FA55C}">
      <dsp:nvSpPr>
        <dsp:cNvPr id="0" name=""/>
        <dsp:cNvSpPr/>
      </dsp:nvSpPr>
      <dsp:spPr>
        <a:xfrm>
          <a:off x="359511" y="4726504"/>
          <a:ext cx="653657" cy="65365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22EE1E8-08EC-425A-B9A1-2E4CB8E5F0DC}">
      <dsp:nvSpPr>
        <dsp:cNvPr id="0" name=""/>
        <dsp:cNvSpPr/>
      </dsp:nvSpPr>
      <dsp:spPr>
        <a:xfrm>
          <a:off x="1372680" y="4459099"/>
          <a:ext cx="5424994" cy="118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80" tIns="125780" rIns="125780" bIns="125780" numCol="1" spcCol="1270" anchor="ctr" anchorCtr="0">
          <a:noAutofit/>
        </a:bodyPr>
        <a:lstStyle/>
        <a:p>
          <a:pPr marL="0" lvl="0" indent="0" algn="l" defTabSz="977900">
            <a:lnSpc>
              <a:spcPct val="90000"/>
            </a:lnSpc>
            <a:spcBef>
              <a:spcPct val="0"/>
            </a:spcBef>
            <a:spcAft>
              <a:spcPct val="35000"/>
            </a:spcAft>
            <a:buNone/>
          </a:pPr>
          <a:r>
            <a:rPr lang="tr-TR" sz="2200" kern="1200"/>
            <a:t>Semptomlar ve hastalıklar arasındaki ilişkilerin keşfi</a:t>
          </a:r>
          <a:endParaRPr lang="en-US" sz="2200" kern="1200"/>
        </a:p>
      </dsp:txBody>
      <dsp:txXfrm>
        <a:off x="1372680" y="4459099"/>
        <a:ext cx="5424994" cy="118846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71AA5B-8062-4CAE-9209-A827BF0B67E5}">
      <dsp:nvSpPr>
        <dsp:cNvPr id="0" name=""/>
        <dsp:cNvSpPr/>
      </dsp:nvSpPr>
      <dsp:spPr>
        <a:xfrm>
          <a:off x="0" y="2758"/>
          <a:ext cx="6797675" cy="0"/>
        </a:xfrm>
        <a:prstGeom prst="line">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E132A6-04C2-42B5-B562-1C38818C8711}">
      <dsp:nvSpPr>
        <dsp:cNvPr id="0" name=""/>
        <dsp:cNvSpPr/>
      </dsp:nvSpPr>
      <dsp:spPr>
        <a:xfrm>
          <a:off x="0" y="2758"/>
          <a:ext cx="6797675" cy="18814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120" tIns="198120" rIns="198120" bIns="198120" numCol="1" spcCol="1270" anchor="t" anchorCtr="0">
          <a:noAutofit/>
        </a:bodyPr>
        <a:lstStyle/>
        <a:p>
          <a:pPr marL="0" lvl="0" indent="0" algn="l" defTabSz="2311400">
            <a:lnSpc>
              <a:spcPct val="90000"/>
            </a:lnSpc>
            <a:spcBef>
              <a:spcPct val="0"/>
            </a:spcBef>
            <a:spcAft>
              <a:spcPct val="35000"/>
            </a:spcAft>
            <a:buNone/>
          </a:pPr>
          <a:r>
            <a:rPr lang="tr-TR" sz="5200" kern="1200"/>
            <a:t>Eczacılık </a:t>
          </a:r>
          <a:endParaRPr lang="en-US" sz="5200" kern="1200"/>
        </a:p>
      </dsp:txBody>
      <dsp:txXfrm>
        <a:off x="0" y="2758"/>
        <a:ext cx="6797675" cy="1881464"/>
      </dsp:txXfrm>
    </dsp:sp>
    <dsp:sp modelId="{C64F4401-5845-4B8F-A921-39C68D198515}">
      <dsp:nvSpPr>
        <dsp:cNvPr id="0" name=""/>
        <dsp:cNvSpPr/>
      </dsp:nvSpPr>
      <dsp:spPr>
        <a:xfrm>
          <a:off x="0" y="1884223"/>
          <a:ext cx="6797675" cy="0"/>
        </a:xfrm>
        <a:prstGeom prst="line">
          <a:avLst/>
        </a:prstGeom>
        <a:solidFill>
          <a:schemeClr val="accent2">
            <a:hueOff val="19519"/>
            <a:satOff val="-13438"/>
            <a:lumOff val="-3431"/>
            <a:alphaOff val="0"/>
          </a:schemeClr>
        </a:solidFill>
        <a:ln w="15875" cap="flat" cmpd="sng" algn="ctr">
          <a:solidFill>
            <a:schemeClr val="accent2">
              <a:hueOff val="19519"/>
              <a:satOff val="-13438"/>
              <a:lumOff val="-343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FFC061A-CE13-4039-8339-3C15E251176B}">
      <dsp:nvSpPr>
        <dsp:cNvPr id="0" name=""/>
        <dsp:cNvSpPr/>
      </dsp:nvSpPr>
      <dsp:spPr>
        <a:xfrm>
          <a:off x="0" y="1884223"/>
          <a:ext cx="6797675" cy="18814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120" tIns="198120" rIns="198120" bIns="198120" numCol="1" spcCol="1270" anchor="t" anchorCtr="0">
          <a:noAutofit/>
        </a:bodyPr>
        <a:lstStyle/>
        <a:p>
          <a:pPr marL="0" lvl="0" indent="0" algn="l" defTabSz="2311400">
            <a:lnSpc>
              <a:spcPct val="90000"/>
            </a:lnSpc>
            <a:spcBef>
              <a:spcPct val="0"/>
            </a:spcBef>
            <a:spcAft>
              <a:spcPct val="35000"/>
            </a:spcAft>
            <a:buNone/>
          </a:pPr>
          <a:r>
            <a:rPr lang="tr-TR" sz="5200" kern="1200"/>
            <a:t>Yeni ilaçların belirlenmesi</a:t>
          </a:r>
          <a:endParaRPr lang="en-US" sz="5200" kern="1200"/>
        </a:p>
      </dsp:txBody>
      <dsp:txXfrm>
        <a:off x="0" y="1884223"/>
        <a:ext cx="6797675" cy="1881464"/>
      </dsp:txXfrm>
    </dsp:sp>
    <dsp:sp modelId="{8528EC5C-3C5B-40C6-85AF-B8916DDC81F2}">
      <dsp:nvSpPr>
        <dsp:cNvPr id="0" name=""/>
        <dsp:cNvSpPr/>
      </dsp:nvSpPr>
      <dsp:spPr>
        <a:xfrm>
          <a:off x="0" y="3765688"/>
          <a:ext cx="6797675" cy="0"/>
        </a:xfrm>
        <a:prstGeom prst="line">
          <a:avLst/>
        </a:prstGeom>
        <a:solidFill>
          <a:schemeClr val="accent2">
            <a:hueOff val="39038"/>
            <a:satOff val="-26876"/>
            <a:lumOff val="-6863"/>
            <a:alphaOff val="0"/>
          </a:schemeClr>
        </a:solidFill>
        <a:ln w="15875" cap="flat" cmpd="sng" algn="ctr">
          <a:solidFill>
            <a:schemeClr val="accent2">
              <a:hueOff val="39038"/>
              <a:satOff val="-26876"/>
              <a:lumOff val="-686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1811A9D-4C81-498D-B3C5-3230515AE2E7}">
      <dsp:nvSpPr>
        <dsp:cNvPr id="0" name=""/>
        <dsp:cNvSpPr/>
      </dsp:nvSpPr>
      <dsp:spPr>
        <a:xfrm>
          <a:off x="0" y="3765688"/>
          <a:ext cx="6797675" cy="18814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120" tIns="198120" rIns="198120" bIns="198120" numCol="1" spcCol="1270" anchor="t" anchorCtr="0">
          <a:noAutofit/>
        </a:bodyPr>
        <a:lstStyle/>
        <a:p>
          <a:pPr marL="0" lvl="0" indent="0" algn="l" defTabSz="2311400">
            <a:lnSpc>
              <a:spcPct val="90000"/>
            </a:lnSpc>
            <a:spcBef>
              <a:spcPct val="0"/>
            </a:spcBef>
            <a:spcAft>
              <a:spcPct val="35000"/>
            </a:spcAft>
            <a:buNone/>
          </a:pPr>
          <a:r>
            <a:rPr lang="tr-TR" sz="5200" kern="1200"/>
            <a:t>Eczane açılabilecek yerlerin tespit edilmesi</a:t>
          </a:r>
          <a:endParaRPr lang="en-US" sz="5200" kern="1200"/>
        </a:p>
      </dsp:txBody>
      <dsp:txXfrm>
        <a:off x="0" y="3765688"/>
        <a:ext cx="6797675" cy="188146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2485BF-0024-49D2-9933-23FF8E82730D}">
      <dsp:nvSpPr>
        <dsp:cNvPr id="0" name=""/>
        <dsp:cNvSpPr/>
      </dsp:nvSpPr>
      <dsp:spPr>
        <a:xfrm>
          <a:off x="616949" y="340539"/>
          <a:ext cx="1818562" cy="181856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08EAFB-8FC8-4ED6-A3C5-D104DCE3BBBF}">
      <dsp:nvSpPr>
        <dsp:cNvPr id="0" name=""/>
        <dsp:cNvSpPr/>
      </dsp:nvSpPr>
      <dsp:spPr>
        <a:xfrm>
          <a:off x="1004512" y="728102"/>
          <a:ext cx="1043437" cy="10434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145F798-A956-4E7A-8704-4419CEA6C1B1}">
      <dsp:nvSpPr>
        <dsp:cNvPr id="0" name=""/>
        <dsp:cNvSpPr/>
      </dsp:nvSpPr>
      <dsp:spPr>
        <a:xfrm>
          <a:off x="35606" y="2725540"/>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tr-TR" sz="1700" b="1" kern="1200" dirty="0"/>
            <a:t>Bilimsel Analiz </a:t>
          </a:r>
          <a:endParaRPr lang="en-US" sz="1700" b="1" kern="1200" dirty="0"/>
        </a:p>
      </dsp:txBody>
      <dsp:txXfrm>
        <a:off x="35606" y="2725540"/>
        <a:ext cx="2981250" cy="720000"/>
      </dsp:txXfrm>
    </dsp:sp>
    <dsp:sp modelId="{7043242D-9029-4FA9-BE62-F0ECFC3F0BEB}">
      <dsp:nvSpPr>
        <dsp:cNvPr id="0" name=""/>
        <dsp:cNvSpPr/>
      </dsp:nvSpPr>
      <dsp:spPr>
        <a:xfrm>
          <a:off x="4119918" y="340539"/>
          <a:ext cx="1818562" cy="181856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276612-94D0-4994-99A4-FCCAAA352336}">
      <dsp:nvSpPr>
        <dsp:cNvPr id="0" name=""/>
        <dsp:cNvSpPr/>
      </dsp:nvSpPr>
      <dsp:spPr>
        <a:xfrm>
          <a:off x="4507481" y="728102"/>
          <a:ext cx="1043437" cy="10434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E718C05-1B8B-4D2E-BDAB-58C2ECD6119B}">
      <dsp:nvSpPr>
        <dsp:cNvPr id="0" name=""/>
        <dsp:cNvSpPr/>
      </dsp:nvSpPr>
      <dsp:spPr>
        <a:xfrm>
          <a:off x="3538574" y="2725540"/>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tr-TR" sz="1700" kern="1200"/>
            <a:t>Alt galaksi kümelerinin incelenip yeni galaksilerin tespit edilmesi</a:t>
          </a:r>
          <a:endParaRPr lang="en-US" sz="1700" kern="1200"/>
        </a:p>
      </dsp:txBody>
      <dsp:txXfrm>
        <a:off x="3538574" y="2725540"/>
        <a:ext cx="2981250" cy="720000"/>
      </dsp:txXfrm>
    </dsp:sp>
    <dsp:sp modelId="{74E2076D-8417-4BA9-95DB-356D58C67935}">
      <dsp:nvSpPr>
        <dsp:cNvPr id="0" name=""/>
        <dsp:cNvSpPr/>
      </dsp:nvSpPr>
      <dsp:spPr>
        <a:xfrm>
          <a:off x="7622887" y="340539"/>
          <a:ext cx="1818562" cy="181856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74A295-7D4C-453B-9471-C35DA9521146}">
      <dsp:nvSpPr>
        <dsp:cNvPr id="0" name=""/>
        <dsp:cNvSpPr/>
      </dsp:nvSpPr>
      <dsp:spPr>
        <a:xfrm>
          <a:off x="8010450" y="728102"/>
          <a:ext cx="1043437" cy="10434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B9BA6A5-9404-4215-8531-17DB1AD033DD}">
      <dsp:nvSpPr>
        <dsp:cNvPr id="0" name=""/>
        <dsp:cNvSpPr/>
      </dsp:nvSpPr>
      <dsp:spPr>
        <a:xfrm>
          <a:off x="7041543" y="2725540"/>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tr-TR" sz="1700" kern="1200"/>
            <a:t>Keşfedilen yeni canlı türlerinin sınıflandırılması </a:t>
          </a:r>
          <a:endParaRPr lang="en-US" sz="1700" kern="1200"/>
        </a:p>
      </dsp:txBody>
      <dsp:txXfrm>
        <a:off x="7041543" y="2725540"/>
        <a:ext cx="2981250"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ECEB68-160B-44A4-81EE-5A0159490A19}" type="datetimeFigureOut">
              <a:rPr lang="tr-TR" smtClean="0"/>
              <a:t>12.02.2025</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AB5448-6892-427C-84ED-419C04F479B0}" type="slidenum">
              <a:rPr lang="tr-TR" smtClean="0"/>
              <a:t>‹#›</a:t>
            </a:fld>
            <a:endParaRPr lang="tr-TR"/>
          </a:p>
        </p:txBody>
      </p:sp>
    </p:spTree>
    <p:extLst>
      <p:ext uri="{BB962C8B-B14F-4D97-AF65-F5344CB8AC3E}">
        <p14:creationId xmlns:p14="http://schemas.microsoft.com/office/powerpoint/2010/main" val="3985193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21AB6503-8D66-4CBE-A70D-A95BD75661C1}" type="datetime1">
              <a:rPr lang="tr-TR" smtClean="0"/>
              <a:t>12.02.2025</a:t>
            </a:fld>
            <a:endParaRPr lang="tr-TR"/>
          </a:p>
        </p:txBody>
      </p:sp>
      <p:sp>
        <p:nvSpPr>
          <p:cNvPr id="5" name="Footer Placeholder 4"/>
          <p:cNvSpPr>
            <a:spLocks noGrp="1"/>
          </p:cNvSpPr>
          <p:nvPr>
            <p:ph type="ftr" sz="quarter" idx="11"/>
          </p:nvPr>
        </p:nvSpPr>
        <p:spPr/>
        <p:txBody>
          <a:bodyPr/>
          <a:lstStyle/>
          <a:p>
            <a:r>
              <a:rPr lang="tr-TR"/>
              <a:t>ISE 216 VERİ BİLİMİ İÇİN İSTATİSTİK</a:t>
            </a:r>
          </a:p>
        </p:txBody>
      </p:sp>
      <p:sp>
        <p:nvSpPr>
          <p:cNvPr id="6" name="Slide Number Placeholder 5"/>
          <p:cNvSpPr>
            <a:spLocks noGrp="1"/>
          </p:cNvSpPr>
          <p:nvPr>
            <p:ph type="sldNum" sz="quarter" idx="12"/>
          </p:nvPr>
        </p:nvSpPr>
        <p:spPr/>
        <p:txBody>
          <a:bodyPr/>
          <a:lstStyle/>
          <a:p>
            <a:fld id="{CAD58A22-19B7-4B53-A5D7-CAF60E6DE0A4}" type="slidenum">
              <a:rPr lang="tr-TR" smtClean="0"/>
              <a:t>‹#›</a:t>
            </a:fld>
            <a:endParaRPr lang="tr-T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5532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23A90BE2-43A8-476D-B611-1CE8BE3F12FD}" type="datetime1">
              <a:rPr lang="tr-TR" smtClean="0"/>
              <a:t>12.02.2025</a:t>
            </a:fld>
            <a:endParaRPr lang="tr-TR"/>
          </a:p>
        </p:txBody>
      </p:sp>
      <p:sp>
        <p:nvSpPr>
          <p:cNvPr id="5" name="Footer Placeholder 4"/>
          <p:cNvSpPr>
            <a:spLocks noGrp="1"/>
          </p:cNvSpPr>
          <p:nvPr>
            <p:ph type="ftr" sz="quarter" idx="11"/>
          </p:nvPr>
        </p:nvSpPr>
        <p:spPr/>
        <p:txBody>
          <a:bodyPr/>
          <a:lstStyle/>
          <a:p>
            <a:r>
              <a:rPr lang="tr-TR"/>
              <a:t>ISE 216 VERİ BİLİMİ İÇİN İSTATİSTİK</a:t>
            </a:r>
          </a:p>
        </p:txBody>
      </p:sp>
      <p:sp>
        <p:nvSpPr>
          <p:cNvPr id="6" name="Slide Number Placeholder 5"/>
          <p:cNvSpPr>
            <a:spLocks noGrp="1"/>
          </p:cNvSpPr>
          <p:nvPr>
            <p:ph type="sldNum" sz="quarter" idx="12"/>
          </p:nvPr>
        </p:nvSpPr>
        <p:spPr/>
        <p:txBody>
          <a:bodyPr/>
          <a:lstStyle/>
          <a:p>
            <a:fld id="{CAD58A22-19B7-4B53-A5D7-CAF60E6DE0A4}" type="slidenum">
              <a:rPr lang="tr-TR" smtClean="0"/>
              <a:t>‹#›</a:t>
            </a:fld>
            <a:endParaRPr lang="tr-TR"/>
          </a:p>
        </p:txBody>
      </p:sp>
    </p:spTree>
    <p:extLst>
      <p:ext uri="{BB962C8B-B14F-4D97-AF65-F5344CB8AC3E}">
        <p14:creationId xmlns:p14="http://schemas.microsoft.com/office/powerpoint/2010/main" val="77758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 Bilgisi">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CE279CFA-8713-4377-AA1A-301FAB700091}" type="datetime1">
              <a:rPr lang="tr-TR" smtClean="0"/>
              <a:t>12.02.2025</a:t>
            </a:fld>
            <a:endParaRPr lang="tr-TR"/>
          </a:p>
        </p:txBody>
      </p:sp>
      <p:sp>
        <p:nvSpPr>
          <p:cNvPr id="5" name="Footer Placeholder 4"/>
          <p:cNvSpPr>
            <a:spLocks noGrp="1"/>
          </p:cNvSpPr>
          <p:nvPr>
            <p:ph type="ftr" sz="quarter" idx="11"/>
          </p:nvPr>
        </p:nvSpPr>
        <p:spPr/>
        <p:txBody>
          <a:bodyPr/>
          <a:lstStyle/>
          <a:p>
            <a:r>
              <a:rPr lang="tr-TR"/>
              <a:t>ISE 216 VERİ BİLİMİ İÇİN İSTATİSTİK</a:t>
            </a:r>
          </a:p>
        </p:txBody>
      </p:sp>
      <p:sp>
        <p:nvSpPr>
          <p:cNvPr id="6" name="Slide Number Placeholder 5"/>
          <p:cNvSpPr>
            <a:spLocks noGrp="1"/>
          </p:cNvSpPr>
          <p:nvPr>
            <p:ph type="sldNum" sz="quarter" idx="12"/>
          </p:nvPr>
        </p:nvSpPr>
        <p:spPr/>
        <p:txBody>
          <a:bodyPr/>
          <a:lstStyle/>
          <a:p>
            <a:fld id="{CAD58A22-19B7-4B53-A5D7-CAF60E6DE0A4}" type="slidenum">
              <a:rPr lang="tr-TR" smtClean="0"/>
              <a:t>‹#›</a:t>
            </a:fld>
            <a:endParaRPr lang="tr-T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4285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D0AB0315-837B-481E-8D3D-4BA580A19C24}" type="datetime1">
              <a:rPr lang="tr-TR" smtClean="0"/>
              <a:t>12.02.2025</a:t>
            </a:fld>
            <a:endParaRPr lang="tr-TR"/>
          </a:p>
        </p:txBody>
      </p:sp>
      <p:sp>
        <p:nvSpPr>
          <p:cNvPr id="6" name="Footer Placeholder 5"/>
          <p:cNvSpPr>
            <a:spLocks noGrp="1"/>
          </p:cNvSpPr>
          <p:nvPr>
            <p:ph type="ftr" sz="quarter" idx="11"/>
          </p:nvPr>
        </p:nvSpPr>
        <p:spPr/>
        <p:txBody>
          <a:bodyPr/>
          <a:lstStyle/>
          <a:p>
            <a:r>
              <a:rPr lang="tr-TR"/>
              <a:t>ISE 216 VERİ BİLİMİ İÇİN İSTATİSTİK</a:t>
            </a:r>
          </a:p>
        </p:txBody>
      </p:sp>
      <p:sp>
        <p:nvSpPr>
          <p:cNvPr id="7" name="Slide Number Placeholder 6"/>
          <p:cNvSpPr>
            <a:spLocks noGrp="1"/>
          </p:cNvSpPr>
          <p:nvPr>
            <p:ph type="sldNum" sz="quarter" idx="12"/>
          </p:nvPr>
        </p:nvSpPr>
        <p:spPr/>
        <p:txBody>
          <a:bodyPr/>
          <a:lstStyle/>
          <a:p>
            <a:fld id="{CAD58A22-19B7-4B53-A5D7-CAF60E6DE0A4}" type="slidenum">
              <a:rPr lang="tr-TR" smtClean="0"/>
              <a:t>‹#›</a:t>
            </a:fld>
            <a:endParaRPr lang="tr-TR"/>
          </a:p>
        </p:txBody>
      </p:sp>
    </p:spTree>
    <p:extLst>
      <p:ext uri="{BB962C8B-B14F-4D97-AF65-F5344CB8AC3E}">
        <p14:creationId xmlns:p14="http://schemas.microsoft.com/office/powerpoint/2010/main" val="12432897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097280" y="2582334"/>
            <a:ext cx="4937760" cy="337820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217920" y="2582334"/>
            <a:ext cx="4937760" cy="337820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75C07CC7-C5DC-4615-8142-B0A55B772722}" type="datetime1">
              <a:rPr lang="tr-TR" smtClean="0"/>
              <a:t>12.02.2025</a:t>
            </a:fld>
            <a:endParaRPr lang="tr-TR"/>
          </a:p>
        </p:txBody>
      </p:sp>
      <p:sp>
        <p:nvSpPr>
          <p:cNvPr id="8" name="Footer Placeholder 7"/>
          <p:cNvSpPr>
            <a:spLocks noGrp="1"/>
          </p:cNvSpPr>
          <p:nvPr>
            <p:ph type="ftr" sz="quarter" idx="11"/>
          </p:nvPr>
        </p:nvSpPr>
        <p:spPr/>
        <p:txBody>
          <a:bodyPr/>
          <a:lstStyle/>
          <a:p>
            <a:r>
              <a:rPr lang="tr-TR"/>
              <a:t>ISE 216 VERİ BİLİMİ İÇİN İSTATİSTİK</a:t>
            </a:r>
          </a:p>
        </p:txBody>
      </p:sp>
      <p:sp>
        <p:nvSpPr>
          <p:cNvPr id="9" name="Slide Number Placeholder 8"/>
          <p:cNvSpPr>
            <a:spLocks noGrp="1"/>
          </p:cNvSpPr>
          <p:nvPr>
            <p:ph type="sldNum" sz="quarter" idx="12"/>
          </p:nvPr>
        </p:nvSpPr>
        <p:spPr/>
        <p:txBody>
          <a:bodyPr/>
          <a:lstStyle/>
          <a:p>
            <a:fld id="{CAD58A22-19B7-4B53-A5D7-CAF60E6DE0A4}" type="slidenum">
              <a:rPr lang="tr-TR" smtClean="0"/>
              <a:t>‹#›</a:t>
            </a:fld>
            <a:endParaRPr lang="tr-TR"/>
          </a:p>
        </p:txBody>
      </p:sp>
    </p:spTree>
    <p:extLst>
      <p:ext uri="{BB962C8B-B14F-4D97-AF65-F5344CB8AC3E}">
        <p14:creationId xmlns:p14="http://schemas.microsoft.com/office/powerpoint/2010/main" val="3330008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4FEE9F30-F76C-42AD-B150-9CAA45BBBAB7}" type="datetime1">
              <a:rPr lang="tr-TR" smtClean="0"/>
              <a:t>12.02.2025</a:t>
            </a:fld>
            <a:endParaRPr lang="tr-TR"/>
          </a:p>
        </p:txBody>
      </p:sp>
      <p:sp>
        <p:nvSpPr>
          <p:cNvPr id="4" name="Footer Placeholder 3"/>
          <p:cNvSpPr>
            <a:spLocks noGrp="1"/>
          </p:cNvSpPr>
          <p:nvPr>
            <p:ph type="ftr" sz="quarter" idx="11"/>
          </p:nvPr>
        </p:nvSpPr>
        <p:spPr/>
        <p:txBody>
          <a:bodyPr/>
          <a:lstStyle/>
          <a:p>
            <a:r>
              <a:rPr lang="tr-TR"/>
              <a:t>ISE 216 VERİ BİLİMİ İÇİN İSTATİSTİK</a:t>
            </a:r>
          </a:p>
        </p:txBody>
      </p:sp>
      <p:sp>
        <p:nvSpPr>
          <p:cNvPr id="5" name="Slide Number Placeholder 4"/>
          <p:cNvSpPr>
            <a:spLocks noGrp="1"/>
          </p:cNvSpPr>
          <p:nvPr>
            <p:ph type="sldNum" sz="quarter" idx="12"/>
          </p:nvPr>
        </p:nvSpPr>
        <p:spPr/>
        <p:txBody>
          <a:bodyPr/>
          <a:lstStyle/>
          <a:p>
            <a:fld id="{CAD58A22-19B7-4B53-A5D7-CAF60E6DE0A4}" type="slidenum">
              <a:rPr lang="tr-TR" smtClean="0"/>
              <a:t>‹#›</a:t>
            </a:fld>
            <a:endParaRPr lang="tr-TR"/>
          </a:p>
        </p:txBody>
      </p:sp>
    </p:spTree>
    <p:extLst>
      <p:ext uri="{BB962C8B-B14F-4D97-AF65-F5344CB8AC3E}">
        <p14:creationId xmlns:p14="http://schemas.microsoft.com/office/powerpoint/2010/main" val="1641135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oş">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C99F2E7-610C-4056-842B-7FC95F757C29}" type="datetime1">
              <a:rPr lang="tr-TR" smtClean="0"/>
              <a:t>12.02.2025</a:t>
            </a:fld>
            <a:endParaRPr lang="tr-TR"/>
          </a:p>
        </p:txBody>
      </p:sp>
      <p:sp>
        <p:nvSpPr>
          <p:cNvPr id="8" name="Footer Placeholder 7"/>
          <p:cNvSpPr>
            <a:spLocks noGrp="1"/>
          </p:cNvSpPr>
          <p:nvPr>
            <p:ph type="ftr" sz="quarter" idx="11"/>
          </p:nvPr>
        </p:nvSpPr>
        <p:spPr/>
        <p:txBody>
          <a:bodyPr/>
          <a:lstStyle>
            <a:lvl1pPr>
              <a:defRPr>
                <a:solidFill>
                  <a:srgbClr val="FFFFFF"/>
                </a:solidFill>
              </a:defRPr>
            </a:lvl1pPr>
          </a:lstStyle>
          <a:p>
            <a:r>
              <a:rPr lang="tr-TR"/>
              <a:t>ISE 216 VERİ BİLİMİ İÇİN İSTATİSTİK</a:t>
            </a:r>
          </a:p>
        </p:txBody>
      </p:sp>
      <p:sp>
        <p:nvSpPr>
          <p:cNvPr id="9" name="Slide Number Placeholder 8"/>
          <p:cNvSpPr>
            <a:spLocks noGrp="1"/>
          </p:cNvSpPr>
          <p:nvPr>
            <p:ph type="sldNum" sz="quarter" idx="12"/>
          </p:nvPr>
        </p:nvSpPr>
        <p:spPr/>
        <p:txBody>
          <a:bodyPr/>
          <a:lstStyle/>
          <a:p>
            <a:fld id="{CAD58A22-19B7-4B53-A5D7-CAF60E6DE0A4}" type="slidenum">
              <a:rPr lang="tr-TR" smtClean="0"/>
              <a:t>‹#›</a:t>
            </a:fld>
            <a:endParaRPr lang="tr-TR"/>
          </a:p>
        </p:txBody>
      </p:sp>
    </p:spTree>
    <p:extLst>
      <p:ext uri="{BB962C8B-B14F-4D97-AF65-F5344CB8AC3E}">
        <p14:creationId xmlns:p14="http://schemas.microsoft.com/office/powerpoint/2010/main" val="4274381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tr-TR"/>
              <a:t>Asıl başlık stilini düzenlemek için tıklayın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FCDDD57-1181-4A70-B664-65EBCA8DF3BD}" type="datetime1">
              <a:rPr lang="tr-TR" smtClean="0"/>
              <a:t>12.02.2025</a:t>
            </a:fld>
            <a:endParaRPr lang="tr-T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tr-TR"/>
              <a:t>ISE 216 VERİ BİLİMİ İÇİN İSTATİSTİK</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AD58A22-19B7-4B53-A5D7-CAF60E6DE0A4}" type="slidenum">
              <a:rPr lang="tr-TR" smtClean="0"/>
              <a:t>‹#›</a:t>
            </a:fld>
            <a:endParaRPr lang="tr-TR"/>
          </a:p>
        </p:txBody>
      </p:sp>
    </p:spTree>
    <p:extLst>
      <p:ext uri="{BB962C8B-B14F-4D97-AF65-F5344CB8AC3E}">
        <p14:creationId xmlns:p14="http://schemas.microsoft.com/office/powerpoint/2010/main" val="4030077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85F025D9-FE9D-4CB2-9529-C6921EBE8CAC}" type="datetime1">
              <a:rPr lang="tr-TR" smtClean="0"/>
              <a:t>12.02.2025</a:t>
            </a:fld>
            <a:endParaRPr lang="tr-TR"/>
          </a:p>
        </p:txBody>
      </p:sp>
      <p:sp>
        <p:nvSpPr>
          <p:cNvPr id="6" name="Footer Placeholder 5"/>
          <p:cNvSpPr>
            <a:spLocks noGrp="1"/>
          </p:cNvSpPr>
          <p:nvPr>
            <p:ph type="ftr" sz="quarter" idx="11"/>
          </p:nvPr>
        </p:nvSpPr>
        <p:spPr/>
        <p:txBody>
          <a:bodyPr/>
          <a:lstStyle/>
          <a:p>
            <a:r>
              <a:rPr lang="tr-TR"/>
              <a:t>ISE 216 VERİ BİLİMİ İÇİN İSTATİSTİK</a:t>
            </a:r>
          </a:p>
        </p:txBody>
      </p:sp>
      <p:sp>
        <p:nvSpPr>
          <p:cNvPr id="7" name="Slide Number Placeholder 6"/>
          <p:cNvSpPr>
            <a:spLocks noGrp="1"/>
          </p:cNvSpPr>
          <p:nvPr>
            <p:ph type="sldNum" sz="quarter" idx="12"/>
          </p:nvPr>
        </p:nvSpPr>
        <p:spPr/>
        <p:txBody>
          <a:bodyPr/>
          <a:lstStyle/>
          <a:p>
            <a:fld id="{CAD58A22-19B7-4B53-A5D7-CAF60E6DE0A4}" type="slidenum">
              <a:rPr lang="tr-TR" smtClean="0"/>
              <a:t>‹#›</a:t>
            </a:fld>
            <a:endParaRPr lang="tr-TR"/>
          </a:p>
        </p:txBody>
      </p:sp>
    </p:spTree>
    <p:extLst>
      <p:ext uri="{BB962C8B-B14F-4D97-AF65-F5344CB8AC3E}">
        <p14:creationId xmlns:p14="http://schemas.microsoft.com/office/powerpoint/2010/main" val="3449093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DC0B9F73-C18A-4F13-9E6C-8CEFD86A1197}" type="datetime1">
              <a:rPr lang="tr-TR" smtClean="0"/>
              <a:t>12.02.2025</a:t>
            </a:fld>
            <a:endParaRPr lang="tr-TR"/>
          </a:p>
        </p:txBody>
      </p:sp>
      <p:sp>
        <p:nvSpPr>
          <p:cNvPr id="5" name="Footer Placeholder 4"/>
          <p:cNvSpPr>
            <a:spLocks noGrp="1"/>
          </p:cNvSpPr>
          <p:nvPr>
            <p:ph type="ftr" sz="quarter" idx="11"/>
          </p:nvPr>
        </p:nvSpPr>
        <p:spPr/>
        <p:txBody>
          <a:bodyPr/>
          <a:lstStyle/>
          <a:p>
            <a:r>
              <a:rPr lang="tr-TR"/>
              <a:t>ISE 216 VERİ BİLİMİ İÇİN İSTATİSTİK</a:t>
            </a:r>
          </a:p>
        </p:txBody>
      </p:sp>
      <p:sp>
        <p:nvSpPr>
          <p:cNvPr id="6" name="Slide Number Placeholder 5"/>
          <p:cNvSpPr>
            <a:spLocks noGrp="1"/>
          </p:cNvSpPr>
          <p:nvPr>
            <p:ph type="sldNum" sz="quarter" idx="12"/>
          </p:nvPr>
        </p:nvSpPr>
        <p:spPr/>
        <p:txBody>
          <a:bodyPr/>
          <a:lstStyle/>
          <a:p>
            <a:fld id="{CAD58A22-19B7-4B53-A5D7-CAF60E6DE0A4}" type="slidenum">
              <a:rPr lang="tr-TR" smtClean="0"/>
              <a:t>‹#›</a:t>
            </a:fld>
            <a:endParaRPr lang="tr-TR"/>
          </a:p>
        </p:txBody>
      </p:sp>
    </p:spTree>
    <p:extLst>
      <p:ext uri="{BB962C8B-B14F-4D97-AF65-F5344CB8AC3E}">
        <p14:creationId xmlns:p14="http://schemas.microsoft.com/office/powerpoint/2010/main" val="20145284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Dikey Başlık ve Metin">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E1BD155A-F2FC-4CEE-90CC-FCB7610511B1}" type="datetime1">
              <a:rPr lang="tr-TR" smtClean="0"/>
              <a:t>12.02.2025</a:t>
            </a:fld>
            <a:endParaRPr lang="tr-TR"/>
          </a:p>
        </p:txBody>
      </p:sp>
      <p:sp>
        <p:nvSpPr>
          <p:cNvPr id="5" name="Footer Placeholder 4"/>
          <p:cNvSpPr>
            <a:spLocks noGrp="1"/>
          </p:cNvSpPr>
          <p:nvPr>
            <p:ph type="ftr" sz="quarter" idx="11"/>
          </p:nvPr>
        </p:nvSpPr>
        <p:spPr/>
        <p:txBody>
          <a:bodyPr/>
          <a:lstStyle/>
          <a:p>
            <a:r>
              <a:rPr lang="tr-TR"/>
              <a:t>ISE 216 VERİ BİLİMİ İÇİN İSTATİSTİK</a:t>
            </a:r>
          </a:p>
        </p:txBody>
      </p:sp>
      <p:sp>
        <p:nvSpPr>
          <p:cNvPr id="6" name="Slide Number Placeholder 5"/>
          <p:cNvSpPr>
            <a:spLocks noGrp="1"/>
          </p:cNvSpPr>
          <p:nvPr>
            <p:ph type="sldNum" sz="quarter" idx="12"/>
          </p:nvPr>
        </p:nvSpPr>
        <p:spPr/>
        <p:txBody>
          <a:bodyPr/>
          <a:lstStyle/>
          <a:p>
            <a:fld id="{CAD58A22-19B7-4B53-A5D7-CAF60E6DE0A4}" type="slidenum">
              <a:rPr lang="tr-TR" smtClean="0"/>
              <a:t>‹#›</a:t>
            </a:fld>
            <a:endParaRPr lang="tr-TR"/>
          </a:p>
        </p:txBody>
      </p:sp>
    </p:spTree>
    <p:extLst>
      <p:ext uri="{BB962C8B-B14F-4D97-AF65-F5344CB8AC3E}">
        <p14:creationId xmlns:p14="http://schemas.microsoft.com/office/powerpoint/2010/main" val="2734474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AB173CC-599F-4EA8-AF90-427A1588B523}" type="datetime1">
              <a:rPr lang="tr-TR" smtClean="0"/>
              <a:t>12.02.2025</a:t>
            </a:fld>
            <a:endParaRPr lang="tr-T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tr-TR"/>
              <a:t>ISE 216 VERİ BİLİMİ İÇİN İSTATİSTİK</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AD58A22-19B7-4B53-A5D7-CAF60E6DE0A4}" type="slidenum">
              <a:rPr lang="tr-TR" smtClean="0"/>
              <a:t>‹#›</a:t>
            </a:fld>
            <a:endParaRPr lang="tr-TR"/>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76854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2.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7299D9D-E647-2AA8-097D-36E354F2441E}"/>
              </a:ext>
            </a:extLst>
          </p:cNvPr>
          <p:cNvSpPr>
            <a:spLocks noGrp="1"/>
          </p:cNvSpPr>
          <p:nvPr>
            <p:ph type="ctrTitle"/>
          </p:nvPr>
        </p:nvSpPr>
        <p:spPr>
          <a:xfrm>
            <a:off x="3345522" y="4459342"/>
            <a:ext cx="5132786" cy="598243"/>
          </a:xfrm>
        </p:spPr>
        <p:txBody>
          <a:bodyPr>
            <a:noAutofit/>
          </a:bodyPr>
          <a:lstStyle/>
          <a:p>
            <a:pPr algn="ctr"/>
            <a:r>
              <a:rPr lang="tr-TR" sz="4000" b="1" dirty="0"/>
              <a:t>ISE 302 –Veri Madenciliği</a:t>
            </a:r>
          </a:p>
        </p:txBody>
      </p:sp>
      <p:sp>
        <p:nvSpPr>
          <p:cNvPr id="3" name="Alt Başlık 2">
            <a:extLst>
              <a:ext uri="{FF2B5EF4-FFF2-40B4-BE49-F238E27FC236}">
                <a16:creationId xmlns:a16="http://schemas.microsoft.com/office/drawing/2014/main" id="{77F7F0EC-8421-0BC4-7116-CFEE4E4446A7}"/>
              </a:ext>
            </a:extLst>
          </p:cNvPr>
          <p:cNvSpPr>
            <a:spLocks noGrp="1"/>
          </p:cNvSpPr>
          <p:nvPr>
            <p:ph type="subTitle" idx="1"/>
          </p:nvPr>
        </p:nvSpPr>
        <p:spPr>
          <a:xfrm>
            <a:off x="2820458" y="5057585"/>
            <a:ext cx="6182914" cy="974007"/>
          </a:xfrm>
        </p:spPr>
        <p:txBody>
          <a:bodyPr>
            <a:normAutofit/>
          </a:bodyPr>
          <a:lstStyle/>
          <a:p>
            <a:pPr algn="ctr"/>
            <a:r>
              <a:rPr lang="tr-TR" b="1" dirty="0">
                <a:solidFill>
                  <a:schemeClr val="tx2"/>
                </a:solidFill>
              </a:rPr>
              <a:t>Dr. Öğr. Üyesi Esin Ayşe ZAİMOĞLU</a:t>
            </a:r>
          </a:p>
          <a:p>
            <a:pPr algn="ctr"/>
            <a:r>
              <a:rPr lang="tr-TR" dirty="0">
                <a:solidFill>
                  <a:schemeClr val="tx2"/>
                </a:solidFill>
              </a:rPr>
              <a:t>    </a:t>
            </a:r>
            <a:r>
              <a:rPr lang="tr-TR" cap="none" dirty="0">
                <a:solidFill>
                  <a:schemeClr val="tx2"/>
                </a:solidFill>
              </a:rPr>
              <a:t>esinzaimoglu@sakarya.edu.tr</a:t>
            </a:r>
          </a:p>
          <a:p>
            <a:endParaRPr lang="tr-TR" dirty="0">
              <a:solidFill>
                <a:schemeClr val="tx2"/>
              </a:solidFill>
            </a:endParaRPr>
          </a:p>
          <a:p>
            <a:endParaRPr lang="tr-TR" dirty="0">
              <a:solidFill>
                <a:schemeClr val="tx2"/>
              </a:solidFill>
            </a:endParaRPr>
          </a:p>
        </p:txBody>
      </p:sp>
      <p:pic>
        <p:nvPicPr>
          <p:cNvPr id="6" name="Graphic 6" descr="Zarf">
            <a:extLst>
              <a:ext uri="{FF2B5EF4-FFF2-40B4-BE49-F238E27FC236}">
                <a16:creationId xmlns:a16="http://schemas.microsoft.com/office/drawing/2014/main" id="{45E21DB9-45AF-487F-1EA4-8766E756EB8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87478" y="5454678"/>
            <a:ext cx="598243" cy="598243"/>
          </a:xfrm>
          <a:prstGeom prst="rect">
            <a:avLst/>
          </a:prstGeom>
        </p:spPr>
      </p:pic>
      <p:pic>
        <p:nvPicPr>
          <p:cNvPr id="5" name="Resim 4">
            <a:extLst>
              <a:ext uri="{FF2B5EF4-FFF2-40B4-BE49-F238E27FC236}">
                <a16:creationId xmlns:a16="http://schemas.microsoft.com/office/drawing/2014/main" id="{9C378559-B641-FAEC-9F01-CC057A6AD520}"/>
              </a:ext>
            </a:extLst>
          </p:cNvPr>
          <p:cNvPicPr>
            <a:picLocks noChangeAspect="1"/>
          </p:cNvPicPr>
          <p:nvPr/>
        </p:nvPicPr>
        <p:blipFill>
          <a:blip r:embed="rId4"/>
          <a:stretch>
            <a:fillRect/>
          </a:stretch>
        </p:blipFill>
        <p:spPr>
          <a:xfrm>
            <a:off x="917348" y="638885"/>
            <a:ext cx="10649511" cy="3722485"/>
          </a:xfrm>
          <a:prstGeom prst="rect">
            <a:avLst/>
          </a:prstGeom>
        </p:spPr>
      </p:pic>
    </p:spTree>
    <p:extLst>
      <p:ext uri="{BB962C8B-B14F-4D97-AF65-F5344CB8AC3E}">
        <p14:creationId xmlns:p14="http://schemas.microsoft.com/office/powerpoint/2010/main" val="3239318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0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5AFBF149-6142-64D1-5F61-0EEE34717C66}"/>
              </a:ext>
            </a:extLst>
          </p:cNvPr>
          <p:cNvSpPr>
            <a:spLocks noGrp="1"/>
          </p:cNvSpPr>
          <p:nvPr>
            <p:ph idx="1"/>
          </p:nvPr>
        </p:nvSpPr>
        <p:spPr>
          <a:xfrm>
            <a:off x="813924" y="2031999"/>
            <a:ext cx="10564152" cy="4222045"/>
          </a:xfrm>
        </p:spPr>
        <p:txBody>
          <a:bodyPr anchor="t">
            <a:normAutofit/>
          </a:bodyPr>
          <a:lstStyle/>
          <a:p>
            <a:pPr marL="0" indent="0">
              <a:buNone/>
            </a:pPr>
            <a:endParaRPr lang="tr-TR" dirty="0">
              <a:latin typeface="Times New Roman" panose="02020603050405020304" pitchFamily="18" charset="0"/>
              <a:cs typeface="Times New Roman" panose="02020603050405020304" pitchFamily="18" charset="0"/>
            </a:endParaRPr>
          </a:p>
          <a:p>
            <a:endParaRPr lang="tr-TR" sz="2900" i="0" dirty="0">
              <a:effectLst/>
              <a:latin typeface="Times New Roman" panose="02020603050405020304" pitchFamily="18" charset="0"/>
              <a:cs typeface="Times New Roman" panose="02020603050405020304" pitchFamily="18" charset="0"/>
            </a:endParaRPr>
          </a:p>
          <a:p>
            <a:endParaRPr lang="tr-TR" sz="2600" b="1" u="sng" dirty="0">
              <a:solidFill>
                <a:srgbClr val="C00000"/>
              </a:solidFill>
              <a:latin typeface="Times New Roman" panose="02020603050405020304" pitchFamily="18" charset="0"/>
              <a:cs typeface="Times New Roman" panose="02020603050405020304" pitchFamily="18" charset="0"/>
            </a:endParaRPr>
          </a:p>
          <a:p>
            <a:endParaRPr lang="tr-TR" dirty="0">
              <a:latin typeface="Times New Roman" panose="02020603050405020304" pitchFamily="18" charset="0"/>
              <a:cs typeface="Times New Roman" panose="02020603050405020304" pitchFamily="18" charset="0"/>
            </a:endParaRPr>
          </a:p>
        </p:txBody>
      </p:sp>
      <p:sp>
        <p:nvSpPr>
          <p:cNvPr id="9" name="Alt Bilgi Yer Tutucusu 8">
            <a:extLst>
              <a:ext uri="{FF2B5EF4-FFF2-40B4-BE49-F238E27FC236}">
                <a16:creationId xmlns:a16="http://schemas.microsoft.com/office/drawing/2014/main" id="{61CF49EC-61D5-D182-DD9B-E48F1F798E7F}"/>
              </a:ext>
            </a:extLst>
          </p:cNvPr>
          <p:cNvSpPr>
            <a:spLocks noGrp="1"/>
          </p:cNvSpPr>
          <p:nvPr>
            <p:ph type="ftr" sz="quarter" idx="11"/>
          </p:nvPr>
        </p:nvSpPr>
        <p:spPr/>
        <p:txBody>
          <a:bodyPr/>
          <a:lstStyle/>
          <a:p>
            <a:r>
              <a:rPr lang="tr-TR"/>
              <a:t>ISE 216 VERİ BİLİMİ İÇİN İSTATİSTİK</a:t>
            </a:r>
          </a:p>
        </p:txBody>
      </p:sp>
      <p:sp>
        <p:nvSpPr>
          <p:cNvPr id="7" name="Slayt Numarası Yer Tutucusu 6">
            <a:extLst>
              <a:ext uri="{FF2B5EF4-FFF2-40B4-BE49-F238E27FC236}">
                <a16:creationId xmlns:a16="http://schemas.microsoft.com/office/drawing/2014/main" id="{EF4B0E08-C195-429A-7D04-29ECF4B1639D}"/>
              </a:ext>
            </a:extLst>
          </p:cNvPr>
          <p:cNvSpPr>
            <a:spLocks noGrp="1"/>
          </p:cNvSpPr>
          <p:nvPr>
            <p:ph type="sldNum" sz="quarter" idx="12"/>
          </p:nvPr>
        </p:nvSpPr>
        <p:spPr/>
        <p:txBody>
          <a:bodyPr/>
          <a:lstStyle/>
          <a:p>
            <a:fld id="{CAD58A22-19B7-4B53-A5D7-CAF60E6DE0A4}" type="slidenum">
              <a:rPr lang="tr-TR" smtClean="0"/>
              <a:t>2</a:t>
            </a:fld>
            <a:endParaRPr lang="tr-TR"/>
          </a:p>
        </p:txBody>
      </p:sp>
      <p:sp>
        <p:nvSpPr>
          <p:cNvPr id="5" name="Başlık 4">
            <a:extLst>
              <a:ext uri="{FF2B5EF4-FFF2-40B4-BE49-F238E27FC236}">
                <a16:creationId xmlns:a16="http://schemas.microsoft.com/office/drawing/2014/main" id="{8A792A2E-7543-DAA7-EAD9-D3582F84F2CC}"/>
              </a:ext>
            </a:extLst>
          </p:cNvPr>
          <p:cNvSpPr>
            <a:spLocks noGrp="1"/>
          </p:cNvSpPr>
          <p:nvPr>
            <p:ph type="title"/>
          </p:nvPr>
        </p:nvSpPr>
        <p:spPr/>
        <p:txBody>
          <a:bodyPr/>
          <a:lstStyle/>
          <a:p>
            <a:r>
              <a:rPr lang="tr-TR" dirty="0"/>
              <a:t>Veri Madenciliğine Giriş</a:t>
            </a:r>
          </a:p>
        </p:txBody>
      </p:sp>
      <p:pic>
        <p:nvPicPr>
          <p:cNvPr id="8" name="Resim 7">
            <a:extLst>
              <a:ext uri="{FF2B5EF4-FFF2-40B4-BE49-F238E27FC236}">
                <a16:creationId xmlns:a16="http://schemas.microsoft.com/office/drawing/2014/main" id="{271967E5-3167-C229-E426-B8E9878C57CA}"/>
              </a:ext>
            </a:extLst>
          </p:cNvPr>
          <p:cNvPicPr>
            <a:picLocks noChangeAspect="1"/>
          </p:cNvPicPr>
          <p:nvPr/>
        </p:nvPicPr>
        <p:blipFill>
          <a:blip r:embed="rId2"/>
          <a:stretch>
            <a:fillRect/>
          </a:stretch>
        </p:blipFill>
        <p:spPr>
          <a:xfrm>
            <a:off x="813924" y="1826258"/>
            <a:ext cx="10398559" cy="3884012"/>
          </a:xfrm>
          <a:prstGeom prst="rect">
            <a:avLst/>
          </a:prstGeom>
        </p:spPr>
      </p:pic>
    </p:spTree>
    <p:extLst>
      <p:ext uri="{BB962C8B-B14F-4D97-AF65-F5344CB8AC3E}">
        <p14:creationId xmlns:p14="http://schemas.microsoft.com/office/powerpoint/2010/main" val="133812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D2F83E3-89A1-356C-EF1A-20579F02ADA1}"/>
              </a:ext>
            </a:extLst>
          </p:cNvPr>
          <p:cNvSpPr>
            <a:spLocks noGrp="1"/>
          </p:cNvSpPr>
          <p:nvPr>
            <p:ph type="title"/>
          </p:nvPr>
        </p:nvSpPr>
        <p:spPr/>
        <p:txBody>
          <a:bodyPr/>
          <a:lstStyle/>
          <a:p>
            <a:r>
              <a:rPr lang="tr-TR" dirty="0"/>
              <a:t>Neden Bu Kadar Önemli?</a:t>
            </a:r>
          </a:p>
        </p:txBody>
      </p:sp>
      <p:sp>
        <p:nvSpPr>
          <p:cNvPr id="3" name="İçerik Yer Tutucusu 2">
            <a:extLst>
              <a:ext uri="{FF2B5EF4-FFF2-40B4-BE49-F238E27FC236}">
                <a16:creationId xmlns:a16="http://schemas.microsoft.com/office/drawing/2014/main" id="{8AFDF479-7BF1-8D15-54FA-BBF21D7EE9C3}"/>
              </a:ext>
            </a:extLst>
          </p:cNvPr>
          <p:cNvSpPr>
            <a:spLocks noGrp="1"/>
          </p:cNvSpPr>
          <p:nvPr>
            <p:ph idx="1"/>
          </p:nvPr>
        </p:nvSpPr>
        <p:spPr/>
        <p:txBody>
          <a:bodyPr/>
          <a:lstStyle/>
          <a:p>
            <a:r>
              <a:rPr lang="tr-TR" dirty="0"/>
              <a:t>1995 yılında birincisi düzenlenen Veri Tabanlarında Bilgi Keşfi Konferansı bildiri kitabı aşağıdaki ifadelerle başlamaktadır : “Dünyadaki enformasyon miktarının her 20 ayda bir ikiye katlandığı tahmin edilmektedir. Bu ham veri seli ile ne yapmamız gerekmektedir. İnsan gözleri bunun ancak çok küçük bir kısmını görebilecektir.”</a:t>
            </a:r>
          </a:p>
          <a:p>
            <a:r>
              <a:rPr lang="tr-TR" dirty="0"/>
              <a:t>Veri madenciliği son yıllarda çok yoğun bir şekilde bilgi endüstrisinin ilgisini çekmektedir. Bu ilginin temel nedeni ise çok büyük miktarda verilerin elde edilebilmesi ve elde edilen bu ham verilerin hızlı bir şekilde faydalı bilgilere dönüştürülmesi gerekliliğidir.</a:t>
            </a:r>
          </a:p>
        </p:txBody>
      </p:sp>
      <p:sp>
        <p:nvSpPr>
          <p:cNvPr id="4" name="Alt Bilgi Yer Tutucusu 3">
            <a:extLst>
              <a:ext uri="{FF2B5EF4-FFF2-40B4-BE49-F238E27FC236}">
                <a16:creationId xmlns:a16="http://schemas.microsoft.com/office/drawing/2014/main" id="{693FE154-B929-7F35-90C0-C63614C95FE1}"/>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8527BF99-8761-D8E4-D76B-CA1D6B36E9A9}"/>
              </a:ext>
            </a:extLst>
          </p:cNvPr>
          <p:cNvSpPr>
            <a:spLocks noGrp="1"/>
          </p:cNvSpPr>
          <p:nvPr>
            <p:ph type="sldNum" sz="quarter" idx="12"/>
          </p:nvPr>
        </p:nvSpPr>
        <p:spPr/>
        <p:txBody>
          <a:bodyPr/>
          <a:lstStyle/>
          <a:p>
            <a:fld id="{CAD58A22-19B7-4B53-A5D7-CAF60E6DE0A4}" type="slidenum">
              <a:rPr lang="tr-TR" smtClean="0"/>
              <a:t>3</a:t>
            </a:fld>
            <a:endParaRPr lang="tr-TR"/>
          </a:p>
        </p:txBody>
      </p:sp>
    </p:spTree>
    <p:extLst>
      <p:ext uri="{BB962C8B-B14F-4D97-AF65-F5344CB8AC3E}">
        <p14:creationId xmlns:p14="http://schemas.microsoft.com/office/powerpoint/2010/main" val="1125420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A518529-A1A6-CD14-56CD-A44DC1ABDDA3}"/>
              </a:ext>
            </a:extLst>
          </p:cNvPr>
          <p:cNvSpPr>
            <a:spLocks noGrp="1"/>
          </p:cNvSpPr>
          <p:nvPr>
            <p:ph type="title"/>
          </p:nvPr>
        </p:nvSpPr>
        <p:spPr/>
        <p:txBody>
          <a:bodyPr/>
          <a:lstStyle/>
          <a:p>
            <a:r>
              <a:rPr lang="tr-TR" dirty="0">
                <a:solidFill>
                  <a:schemeClr val="tx1"/>
                </a:solidFill>
              </a:rPr>
              <a:t>Veri &amp; Veri Tipleri </a:t>
            </a:r>
          </a:p>
        </p:txBody>
      </p:sp>
      <p:sp>
        <p:nvSpPr>
          <p:cNvPr id="3" name="İçerik Yer Tutucusu 2">
            <a:extLst>
              <a:ext uri="{FF2B5EF4-FFF2-40B4-BE49-F238E27FC236}">
                <a16:creationId xmlns:a16="http://schemas.microsoft.com/office/drawing/2014/main" id="{F2B4F122-06D5-4896-5C2E-8B7D98913DAA}"/>
              </a:ext>
            </a:extLst>
          </p:cNvPr>
          <p:cNvSpPr>
            <a:spLocks noGrp="1"/>
          </p:cNvSpPr>
          <p:nvPr>
            <p:ph idx="1"/>
          </p:nvPr>
        </p:nvSpPr>
        <p:spPr>
          <a:xfrm>
            <a:off x="1097279" y="1845734"/>
            <a:ext cx="4822804" cy="4023360"/>
          </a:xfrm>
        </p:spPr>
        <p:txBody>
          <a:bodyPr>
            <a:normAutofit/>
          </a:bodyPr>
          <a:lstStyle/>
          <a:p>
            <a:pPr algn="just"/>
            <a:r>
              <a:rPr lang="tr-TR" sz="2400" dirty="0">
                <a:solidFill>
                  <a:schemeClr val="tx1"/>
                </a:solidFill>
              </a:rPr>
              <a:t>Veri : Ölçümlerden ya da istatistiklerden elde edilen gerekli, gereksiz ya da tekrarlı olabilen, anlamlı ifade edebilmesi için işlenmesi gereken sayı ya da karakter dizisi şeklindeki varlık tanımlayıcı ham bilgi.</a:t>
            </a:r>
          </a:p>
        </p:txBody>
      </p:sp>
      <p:sp>
        <p:nvSpPr>
          <p:cNvPr id="4" name="Alt Bilgi Yer Tutucusu 3">
            <a:extLst>
              <a:ext uri="{FF2B5EF4-FFF2-40B4-BE49-F238E27FC236}">
                <a16:creationId xmlns:a16="http://schemas.microsoft.com/office/drawing/2014/main" id="{02404ABB-8CA6-F43C-16E2-43E937CFC7F9}"/>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2326F7AF-E2E2-350E-E917-63F204D6C2C0}"/>
              </a:ext>
            </a:extLst>
          </p:cNvPr>
          <p:cNvSpPr>
            <a:spLocks noGrp="1"/>
          </p:cNvSpPr>
          <p:nvPr>
            <p:ph type="sldNum" sz="quarter" idx="12"/>
          </p:nvPr>
        </p:nvSpPr>
        <p:spPr/>
        <p:txBody>
          <a:bodyPr/>
          <a:lstStyle/>
          <a:p>
            <a:fld id="{CAD58A22-19B7-4B53-A5D7-CAF60E6DE0A4}" type="slidenum">
              <a:rPr lang="tr-TR" smtClean="0"/>
              <a:t>4</a:t>
            </a:fld>
            <a:endParaRPr lang="tr-TR"/>
          </a:p>
        </p:txBody>
      </p:sp>
      <p:sp>
        <p:nvSpPr>
          <p:cNvPr id="11" name="Metin kutusu 10">
            <a:extLst>
              <a:ext uri="{FF2B5EF4-FFF2-40B4-BE49-F238E27FC236}">
                <a16:creationId xmlns:a16="http://schemas.microsoft.com/office/drawing/2014/main" id="{27DFA94C-AA3B-B27D-C95E-7127BBB446A7}"/>
              </a:ext>
            </a:extLst>
          </p:cNvPr>
          <p:cNvSpPr txBox="1"/>
          <p:nvPr/>
        </p:nvSpPr>
        <p:spPr>
          <a:xfrm>
            <a:off x="8752600" y="6119465"/>
            <a:ext cx="3607740" cy="200055"/>
          </a:xfrm>
          <a:prstGeom prst="rect">
            <a:avLst/>
          </a:prstGeom>
          <a:noFill/>
        </p:spPr>
        <p:txBody>
          <a:bodyPr wrap="square">
            <a:spAutoFit/>
          </a:bodyPr>
          <a:lstStyle/>
          <a:p>
            <a:r>
              <a:rPr lang="tr-TR" sz="700" dirty="0" err="1"/>
              <a:t>Kaynak:Statista</a:t>
            </a:r>
            <a:r>
              <a:rPr lang="tr-TR" sz="700" dirty="0"/>
              <a:t> https://www.statista.com/statistics/871513/worldwide-data-created</a:t>
            </a:r>
          </a:p>
        </p:txBody>
      </p:sp>
      <p:pic>
        <p:nvPicPr>
          <p:cNvPr id="13" name="Resim 12">
            <a:extLst>
              <a:ext uri="{FF2B5EF4-FFF2-40B4-BE49-F238E27FC236}">
                <a16:creationId xmlns:a16="http://schemas.microsoft.com/office/drawing/2014/main" id="{CA31F486-F006-A318-655A-192DF40032AF}"/>
              </a:ext>
            </a:extLst>
          </p:cNvPr>
          <p:cNvPicPr>
            <a:picLocks noChangeAspect="1"/>
          </p:cNvPicPr>
          <p:nvPr/>
        </p:nvPicPr>
        <p:blipFill>
          <a:blip r:embed="rId2"/>
          <a:stretch>
            <a:fillRect/>
          </a:stretch>
        </p:blipFill>
        <p:spPr>
          <a:xfrm>
            <a:off x="6251781" y="738535"/>
            <a:ext cx="5509047" cy="5380930"/>
          </a:xfrm>
          <a:prstGeom prst="rect">
            <a:avLst/>
          </a:prstGeom>
        </p:spPr>
      </p:pic>
    </p:spTree>
    <p:extLst>
      <p:ext uri="{BB962C8B-B14F-4D97-AF65-F5344CB8AC3E}">
        <p14:creationId xmlns:p14="http://schemas.microsoft.com/office/powerpoint/2010/main" val="3244470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A518529-A1A6-CD14-56CD-A44DC1ABDDA3}"/>
              </a:ext>
            </a:extLst>
          </p:cNvPr>
          <p:cNvSpPr>
            <a:spLocks noGrp="1"/>
          </p:cNvSpPr>
          <p:nvPr>
            <p:ph type="title"/>
          </p:nvPr>
        </p:nvSpPr>
        <p:spPr/>
        <p:txBody>
          <a:bodyPr/>
          <a:lstStyle/>
          <a:p>
            <a:r>
              <a:rPr lang="tr-TR" dirty="0">
                <a:solidFill>
                  <a:schemeClr val="tx1"/>
                </a:solidFill>
              </a:rPr>
              <a:t>Veri &amp; Veri Tipleri </a:t>
            </a:r>
            <a:endParaRPr lang="tr-TR" dirty="0"/>
          </a:p>
        </p:txBody>
      </p:sp>
      <p:sp>
        <p:nvSpPr>
          <p:cNvPr id="4" name="Alt Bilgi Yer Tutucusu 3">
            <a:extLst>
              <a:ext uri="{FF2B5EF4-FFF2-40B4-BE49-F238E27FC236}">
                <a16:creationId xmlns:a16="http://schemas.microsoft.com/office/drawing/2014/main" id="{02404ABB-8CA6-F43C-16E2-43E937CFC7F9}"/>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2326F7AF-E2E2-350E-E917-63F204D6C2C0}"/>
              </a:ext>
            </a:extLst>
          </p:cNvPr>
          <p:cNvSpPr>
            <a:spLocks noGrp="1"/>
          </p:cNvSpPr>
          <p:nvPr>
            <p:ph type="sldNum" sz="quarter" idx="12"/>
          </p:nvPr>
        </p:nvSpPr>
        <p:spPr/>
        <p:txBody>
          <a:bodyPr/>
          <a:lstStyle/>
          <a:p>
            <a:fld id="{CAD58A22-19B7-4B53-A5D7-CAF60E6DE0A4}" type="slidenum">
              <a:rPr lang="tr-TR" smtClean="0"/>
              <a:t>5</a:t>
            </a:fld>
            <a:endParaRPr lang="tr-TR"/>
          </a:p>
        </p:txBody>
      </p:sp>
      <p:sp>
        <p:nvSpPr>
          <p:cNvPr id="6" name="İçerik Yer Tutucusu 5">
            <a:extLst>
              <a:ext uri="{FF2B5EF4-FFF2-40B4-BE49-F238E27FC236}">
                <a16:creationId xmlns:a16="http://schemas.microsoft.com/office/drawing/2014/main" id="{DD9FB2CE-F53B-640F-085C-D0CFB3DDACC1}"/>
              </a:ext>
            </a:extLst>
          </p:cNvPr>
          <p:cNvSpPr txBox="1">
            <a:spLocks noGrp="1"/>
          </p:cNvSpPr>
          <p:nvPr>
            <p:ph idx="1"/>
          </p:nvPr>
        </p:nvSpPr>
        <p:spPr>
          <a:xfrm>
            <a:off x="1096964" y="1846264"/>
            <a:ext cx="3644370" cy="1836400"/>
          </a:xfrm>
          <a:prstGeom prst="rect">
            <a:avLst/>
          </a:prstGeom>
          <a:noFill/>
        </p:spPr>
        <p:txBody>
          <a:bodyPr wrap="square">
            <a:spAutoFit/>
          </a:bodyPr>
          <a:lstStyle/>
          <a:p>
            <a:r>
              <a:rPr lang="tr-TR" dirty="0">
                <a:solidFill>
                  <a:schemeClr val="accent1"/>
                </a:solidFill>
                <a:latin typeface="Times New Roman" panose="02020603050405020304" pitchFamily="18" charset="0"/>
                <a:cs typeface="Times New Roman" panose="02020603050405020304" pitchFamily="18" charset="0"/>
              </a:rPr>
              <a:t>Sayısal(</a:t>
            </a:r>
            <a:r>
              <a:rPr lang="tr-TR" dirty="0" err="1">
                <a:solidFill>
                  <a:schemeClr val="accent1"/>
                </a:solidFill>
                <a:latin typeface="Times New Roman" panose="02020603050405020304" pitchFamily="18" charset="0"/>
                <a:cs typeface="Times New Roman" panose="02020603050405020304" pitchFamily="18" charset="0"/>
              </a:rPr>
              <a:t>Numerical</a:t>
            </a:r>
            <a:r>
              <a:rPr lang="tr-TR" dirty="0">
                <a:solidFill>
                  <a:schemeClr val="accent1"/>
                </a:solidFill>
                <a:latin typeface="Times New Roman" panose="02020603050405020304" pitchFamily="18" charset="0"/>
                <a:cs typeface="Times New Roman" panose="02020603050405020304" pitchFamily="18" charset="0"/>
              </a:rPr>
              <a:t>) Veri : </a:t>
            </a:r>
          </a:p>
          <a:p>
            <a:pPr marL="285750" indent="-285750">
              <a:buFont typeface="Arial" panose="020B0604020202020204" pitchFamily="34" charset="0"/>
              <a:buChar char="•"/>
            </a:pPr>
            <a:r>
              <a:rPr lang="tr-TR" dirty="0">
                <a:latin typeface="Times New Roman" panose="02020603050405020304" pitchFamily="18" charset="0"/>
                <a:cs typeface="Times New Roman" panose="02020603050405020304" pitchFamily="18" charset="0"/>
              </a:rPr>
              <a:t>Saatte çalan telefon sayısı (</a:t>
            </a:r>
            <a:r>
              <a:rPr lang="tr-TR" dirty="0" err="1">
                <a:latin typeface="Times New Roman" panose="02020603050405020304" pitchFamily="18" charset="0"/>
                <a:cs typeface="Times New Roman" panose="02020603050405020304" pitchFamily="18" charset="0"/>
              </a:rPr>
              <a:t>Discrete</a:t>
            </a:r>
            <a:r>
              <a:rPr lang="tr-TR"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tr-TR" dirty="0">
                <a:latin typeface="Times New Roman" panose="02020603050405020304" pitchFamily="18" charset="0"/>
                <a:cs typeface="Times New Roman" panose="02020603050405020304" pitchFamily="18" charset="0"/>
              </a:rPr>
              <a:t>Çocuk boyu </a:t>
            </a:r>
            <a:r>
              <a:rPr lang="tr-TR" dirty="0" err="1">
                <a:latin typeface="Times New Roman" panose="02020603050405020304" pitchFamily="18" charset="0"/>
                <a:cs typeface="Times New Roman" panose="02020603050405020304" pitchFamily="18" charset="0"/>
              </a:rPr>
              <a:t>boyu</a:t>
            </a:r>
            <a:r>
              <a:rPr lang="tr-TR" dirty="0">
                <a:latin typeface="Times New Roman" panose="02020603050405020304" pitchFamily="18" charset="0"/>
                <a:cs typeface="Times New Roman" panose="02020603050405020304" pitchFamily="18" charset="0"/>
              </a:rPr>
              <a:t> 153 cm. (</a:t>
            </a:r>
            <a:r>
              <a:rPr lang="tr-TR" dirty="0" err="1">
                <a:latin typeface="Times New Roman" panose="02020603050405020304" pitchFamily="18" charset="0"/>
                <a:cs typeface="Times New Roman" panose="02020603050405020304" pitchFamily="18" charset="0"/>
              </a:rPr>
              <a:t>Continuous</a:t>
            </a:r>
            <a:r>
              <a:rPr lang="tr-TR" dirty="0"/>
              <a:t>)</a:t>
            </a:r>
          </a:p>
        </p:txBody>
      </p:sp>
      <p:sp>
        <p:nvSpPr>
          <p:cNvPr id="7" name="Metin kutusu 6">
            <a:extLst>
              <a:ext uri="{FF2B5EF4-FFF2-40B4-BE49-F238E27FC236}">
                <a16:creationId xmlns:a16="http://schemas.microsoft.com/office/drawing/2014/main" id="{ED31E8B4-0EC6-CED5-2E02-6DD61BD6B056}"/>
              </a:ext>
            </a:extLst>
          </p:cNvPr>
          <p:cNvSpPr txBox="1"/>
          <p:nvPr/>
        </p:nvSpPr>
        <p:spPr>
          <a:xfrm>
            <a:off x="1096964" y="3790069"/>
            <a:ext cx="4468142" cy="2498120"/>
          </a:xfrm>
          <a:prstGeom prst="rect">
            <a:avLst/>
          </a:prstGeom>
          <a:noFill/>
        </p:spPr>
        <p:txBody>
          <a:bodyPr wrap="square">
            <a:spAutoFit/>
          </a:bodyPr>
          <a:lstStyle/>
          <a:p>
            <a:pPr defTabSz="914400">
              <a:lnSpc>
                <a:spcPct val="90000"/>
              </a:lnSpc>
              <a:spcBef>
                <a:spcPts val="1200"/>
              </a:spcBef>
              <a:spcAft>
                <a:spcPts val="200"/>
              </a:spcAft>
              <a:buClr>
                <a:schemeClr val="accent1"/>
              </a:buClr>
              <a:buSzPct val="100000"/>
            </a:pPr>
            <a:r>
              <a:rPr lang="tr-TR" sz="2000" dirty="0">
                <a:solidFill>
                  <a:schemeClr val="accent1"/>
                </a:solidFill>
                <a:latin typeface="Times New Roman" panose="02020603050405020304" pitchFamily="18" charset="0"/>
                <a:cs typeface="Times New Roman" panose="02020603050405020304" pitchFamily="18" charset="0"/>
              </a:rPr>
              <a:t>Kategorik(</a:t>
            </a:r>
            <a:r>
              <a:rPr lang="tr-TR" sz="2000" dirty="0" err="1">
                <a:solidFill>
                  <a:schemeClr val="accent1"/>
                </a:solidFill>
                <a:latin typeface="Times New Roman" panose="02020603050405020304" pitchFamily="18" charset="0"/>
                <a:cs typeface="Times New Roman" panose="02020603050405020304" pitchFamily="18" charset="0"/>
              </a:rPr>
              <a:t>Categorical</a:t>
            </a:r>
            <a:r>
              <a:rPr lang="tr-TR" sz="2000" dirty="0">
                <a:solidFill>
                  <a:schemeClr val="accent1"/>
                </a:solidFill>
                <a:latin typeface="Times New Roman" panose="02020603050405020304" pitchFamily="18" charset="0"/>
                <a:cs typeface="Times New Roman" panose="02020603050405020304" pitchFamily="18" charset="0"/>
              </a:rPr>
              <a:t>) Veri:</a:t>
            </a:r>
          </a:p>
          <a:p>
            <a:pPr marL="285750" indent="-285750" defTabSz="914400">
              <a:lnSpc>
                <a:spcPct val="90000"/>
              </a:lnSpc>
              <a:spcBef>
                <a:spcPts val="1200"/>
              </a:spcBef>
              <a:spcAft>
                <a:spcPts val="200"/>
              </a:spcAft>
              <a:buClr>
                <a:schemeClr val="accent1"/>
              </a:buClr>
              <a:buSzPct val="100000"/>
              <a:buFont typeface="Arial" panose="020B0604020202020204" pitchFamily="34" charset="0"/>
              <a:buChar char="•"/>
            </a:pPr>
            <a:r>
              <a:rPr lang="tr-TR" sz="2000" dirty="0">
                <a:solidFill>
                  <a:schemeClr val="tx1">
                    <a:lumMod val="75000"/>
                    <a:lumOff val="25000"/>
                  </a:schemeClr>
                </a:solidFill>
                <a:latin typeface="Times New Roman" panose="02020603050405020304" pitchFamily="18" charset="0"/>
                <a:cs typeface="Times New Roman" panose="02020603050405020304" pitchFamily="18" charset="0"/>
              </a:rPr>
              <a:t>Evet/Hayır</a:t>
            </a:r>
          </a:p>
          <a:p>
            <a:pPr marL="285750" indent="-285750" defTabSz="914400">
              <a:lnSpc>
                <a:spcPct val="90000"/>
              </a:lnSpc>
              <a:spcBef>
                <a:spcPts val="1200"/>
              </a:spcBef>
              <a:spcAft>
                <a:spcPts val="200"/>
              </a:spcAft>
              <a:buClr>
                <a:schemeClr val="accent1"/>
              </a:buClr>
              <a:buSzPct val="100000"/>
              <a:buFont typeface="Arial" panose="020B0604020202020204" pitchFamily="34" charset="0"/>
              <a:buChar char="•"/>
            </a:pPr>
            <a:r>
              <a:rPr lang="tr-TR" sz="2000" dirty="0">
                <a:solidFill>
                  <a:schemeClr val="tx1">
                    <a:lumMod val="75000"/>
                    <a:lumOff val="25000"/>
                  </a:schemeClr>
                </a:solidFill>
                <a:latin typeface="Times New Roman" panose="02020603050405020304" pitchFamily="18" charset="0"/>
                <a:cs typeface="Times New Roman" panose="02020603050405020304" pitchFamily="18" charset="0"/>
              </a:rPr>
              <a:t>Düşük-</a:t>
            </a:r>
            <a:r>
              <a:rPr lang="tr-TR" sz="2000" dirty="0" err="1">
                <a:solidFill>
                  <a:schemeClr val="tx1">
                    <a:lumMod val="75000"/>
                    <a:lumOff val="25000"/>
                  </a:schemeClr>
                </a:solidFill>
                <a:latin typeface="Times New Roman" panose="02020603050405020304" pitchFamily="18" charset="0"/>
                <a:cs typeface="Times New Roman" panose="02020603050405020304" pitchFamily="18" charset="0"/>
              </a:rPr>
              <a:t>OrtaYüksek</a:t>
            </a:r>
            <a:endParaRPr lang="tr-TR" sz="20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285750" indent="-285750" defTabSz="914400">
              <a:lnSpc>
                <a:spcPct val="90000"/>
              </a:lnSpc>
              <a:spcBef>
                <a:spcPts val="1200"/>
              </a:spcBef>
              <a:spcAft>
                <a:spcPts val="200"/>
              </a:spcAft>
              <a:buClr>
                <a:schemeClr val="accent1"/>
              </a:buClr>
              <a:buSzPct val="100000"/>
              <a:buFont typeface="Arial" panose="020B0604020202020204" pitchFamily="34" charset="0"/>
              <a:buChar char="•"/>
            </a:pPr>
            <a:r>
              <a:rPr lang="tr-TR" sz="2000" dirty="0">
                <a:solidFill>
                  <a:schemeClr val="tx1">
                    <a:lumMod val="75000"/>
                    <a:lumOff val="25000"/>
                  </a:schemeClr>
                </a:solidFill>
                <a:latin typeface="Times New Roman" panose="02020603050405020304" pitchFamily="18" charset="0"/>
                <a:cs typeface="Times New Roman" panose="02020603050405020304" pitchFamily="18" charset="0"/>
              </a:rPr>
              <a:t>Kabul/</a:t>
            </a:r>
            <a:r>
              <a:rPr lang="tr-TR" sz="2000" dirty="0" err="1">
                <a:solidFill>
                  <a:schemeClr val="tx1">
                    <a:lumMod val="75000"/>
                    <a:lumOff val="25000"/>
                  </a:schemeClr>
                </a:solidFill>
                <a:latin typeface="Times New Roman" panose="02020603050405020304" pitchFamily="18" charset="0"/>
                <a:cs typeface="Times New Roman" panose="02020603050405020304" pitchFamily="18" charset="0"/>
              </a:rPr>
              <a:t>Red</a:t>
            </a:r>
            <a:endParaRPr lang="tr-TR" sz="20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285750" indent="-285750" defTabSz="914400">
              <a:lnSpc>
                <a:spcPct val="90000"/>
              </a:lnSpc>
              <a:spcBef>
                <a:spcPts val="1200"/>
              </a:spcBef>
              <a:spcAft>
                <a:spcPts val="200"/>
              </a:spcAft>
              <a:buClr>
                <a:schemeClr val="accent1"/>
              </a:buClr>
              <a:buSzPct val="100000"/>
              <a:buFont typeface="Arial" panose="020B0604020202020204" pitchFamily="34" charset="0"/>
              <a:buChar char="•"/>
            </a:pPr>
            <a:r>
              <a:rPr lang="tr-TR" sz="2000" dirty="0">
                <a:solidFill>
                  <a:schemeClr val="tx1">
                    <a:lumMod val="75000"/>
                    <a:lumOff val="25000"/>
                  </a:schemeClr>
                </a:solidFill>
                <a:latin typeface="Times New Roman" panose="02020603050405020304" pitchFamily="18" charset="0"/>
                <a:cs typeface="Times New Roman" panose="02020603050405020304" pitchFamily="18" charset="0"/>
              </a:rPr>
              <a:t>Hasta/Sağlam </a:t>
            </a:r>
          </a:p>
          <a:p>
            <a:endParaRPr lang="tr-TR" dirty="0"/>
          </a:p>
        </p:txBody>
      </p:sp>
      <p:sp>
        <p:nvSpPr>
          <p:cNvPr id="8" name="İçerik Yer Tutucusu 5">
            <a:extLst>
              <a:ext uri="{FF2B5EF4-FFF2-40B4-BE49-F238E27FC236}">
                <a16:creationId xmlns:a16="http://schemas.microsoft.com/office/drawing/2014/main" id="{6B084390-956B-C0DE-FCBA-408CF742B265}"/>
              </a:ext>
            </a:extLst>
          </p:cNvPr>
          <p:cNvSpPr txBox="1">
            <a:spLocks/>
          </p:cNvSpPr>
          <p:nvPr/>
        </p:nvSpPr>
        <p:spPr>
          <a:xfrm>
            <a:off x="6723921" y="1846264"/>
            <a:ext cx="4822804" cy="923330"/>
          </a:xfrm>
          <a:prstGeom prst="rect">
            <a:avLst/>
          </a:prstGeom>
          <a:noFill/>
        </p:spPr>
        <p:txBody>
          <a:bodyPr vert="horz" wrap="square" lIns="0" tIns="45720" rIns="0" bIns="45720" rtlCol="0">
            <a:sp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tr-TR" dirty="0">
                <a:solidFill>
                  <a:srgbClr val="0070C0"/>
                </a:solidFill>
                <a:latin typeface="Times New Roman" panose="02020603050405020304" pitchFamily="18" charset="0"/>
                <a:cs typeface="Times New Roman" panose="02020603050405020304" pitchFamily="18" charset="0"/>
              </a:rPr>
              <a:t>Yapısal Veri :  </a:t>
            </a:r>
            <a:r>
              <a:rPr lang="it-IT" dirty="0">
                <a:latin typeface="Times New Roman" panose="02020603050405020304" pitchFamily="18" charset="0"/>
                <a:cs typeface="Times New Roman" panose="02020603050405020304" pitchFamily="18" charset="0"/>
              </a:rPr>
              <a:t>Sayı, Metin, Tarih, Para Birimi Tipindeki Veriler ile Diğer uygulamaya özel veri tipleri </a:t>
            </a:r>
            <a:r>
              <a:rPr lang="tr-TR" dirty="0">
                <a:latin typeface="Times New Roman" panose="02020603050405020304" pitchFamily="18" charset="0"/>
                <a:cs typeface="Times New Roman" panose="02020603050405020304" pitchFamily="18" charset="0"/>
              </a:rPr>
              <a:t> </a:t>
            </a:r>
          </a:p>
        </p:txBody>
      </p:sp>
      <p:sp>
        <p:nvSpPr>
          <p:cNvPr id="10" name="İçerik Yer Tutucusu 5">
            <a:extLst>
              <a:ext uri="{FF2B5EF4-FFF2-40B4-BE49-F238E27FC236}">
                <a16:creationId xmlns:a16="http://schemas.microsoft.com/office/drawing/2014/main" id="{DDC8D380-CA3D-CF2A-1B5C-CD2A515B5DA9}"/>
              </a:ext>
            </a:extLst>
          </p:cNvPr>
          <p:cNvSpPr txBox="1">
            <a:spLocks/>
          </p:cNvSpPr>
          <p:nvPr/>
        </p:nvSpPr>
        <p:spPr>
          <a:xfrm>
            <a:off x="6723921" y="2851706"/>
            <a:ext cx="4822804" cy="923330"/>
          </a:xfrm>
          <a:prstGeom prst="rect">
            <a:avLst/>
          </a:prstGeom>
          <a:noFill/>
        </p:spPr>
        <p:txBody>
          <a:bodyPr vert="horz" wrap="square" lIns="0" tIns="45720" rIns="0" bIns="45720" rtlCol="0">
            <a:sp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tr-TR" dirty="0">
                <a:solidFill>
                  <a:srgbClr val="0070C0"/>
                </a:solidFill>
                <a:latin typeface="Times New Roman" panose="02020603050405020304" pitchFamily="18" charset="0"/>
                <a:cs typeface="Times New Roman" panose="02020603050405020304" pitchFamily="18" charset="0"/>
              </a:rPr>
              <a:t>Yarı Yapısal Veri :  </a:t>
            </a:r>
            <a:r>
              <a:rPr lang="tr-TR" dirty="0">
                <a:latin typeface="Times New Roman" panose="02020603050405020304" pitchFamily="18" charset="0"/>
                <a:cs typeface="Times New Roman" panose="02020603050405020304" pitchFamily="18" charset="0"/>
              </a:rPr>
              <a:t>Analiz yapmaya imkan veren belli yapıya sahip veriler (Excel Çalışma Sayfası, XML Dosyası )</a:t>
            </a:r>
          </a:p>
        </p:txBody>
      </p:sp>
      <p:sp>
        <p:nvSpPr>
          <p:cNvPr id="11" name="İçerik Yer Tutucusu 5">
            <a:extLst>
              <a:ext uri="{FF2B5EF4-FFF2-40B4-BE49-F238E27FC236}">
                <a16:creationId xmlns:a16="http://schemas.microsoft.com/office/drawing/2014/main" id="{CED8F2AA-B4AF-9C5C-35B7-1261A0DA0806}"/>
              </a:ext>
            </a:extLst>
          </p:cNvPr>
          <p:cNvSpPr txBox="1">
            <a:spLocks/>
          </p:cNvSpPr>
          <p:nvPr/>
        </p:nvSpPr>
        <p:spPr>
          <a:xfrm>
            <a:off x="6723921" y="3960444"/>
            <a:ext cx="4488562" cy="923330"/>
          </a:xfrm>
          <a:prstGeom prst="rect">
            <a:avLst/>
          </a:prstGeom>
          <a:noFill/>
        </p:spPr>
        <p:txBody>
          <a:bodyPr vert="horz" wrap="square" lIns="0" tIns="45720" rIns="0" bIns="45720" rtlCol="0">
            <a:sp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tr-TR" dirty="0">
                <a:solidFill>
                  <a:srgbClr val="0070C0"/>
                </a:solidFill>
                <a:latin typeface="Times New Roman" panose="02020603050405020304" pitchFamily="18" charset="0"/>
                <a:cs typeface="Times New Roman" panose="02020603050405020304" pitchFamily="18" charset="0"/>
              </a:rPr>
              <a:t>Yapısal Olmayan Veri : </a:t>
            </a:r>
            <a:r>
              <a:rPr lang="tr-TR" dirty="0">
                <a:latin typeface="Times New Roman" panose="02020603050405020304" pitchFamily="18" charset="0"/>
                <a:cs typeface="Times New Roman" panose="02020603050405020304" pitchFamily="18" charset="0"/>
              </a:rPr>
              <a:t>Tablolarda ya da ilişkisel veri tabanlarında tutulamayan veri tipler </a:t>
            </a:r>
          </a:p>
        </p:txBody>
      </p:sp>
      <p:pic>
        <p:nvPicPr>
          <p:cNvPr id="13" name="Resim 12">
            <a:extLst>
              <a:ext uri="{FF2B5EF4-FFF2-40B4-BE49-F238E27FC236}">
                <a16:creationId xmlns:a16="http://schemas.microsoft.com/office/drawing/2014/main" id="{7F5BC440-B0FF-C7B2-4F4E-E96F166B66FE}"/>
              </a:ext>
            </a:extLst>
          </p:cNvPr>
          <p:cNvPicPr>
            <a:picLocks noChangeAspect="1"/>
          </p:cNvPicPr>
          <p:nvPr/>
        </p:nvPicPr>
        <p:blipFill>
          <a:blip r:embed="rId2"/>
          <a:stretch>
            <a:fillRect/>
          </a:stretch>
        </p:blipFill>
        <p:spPr>
          <a:xfrm>
            <a:off x="6873043" y="4960393"/>
            <a:ext cx="4221993" cy="923330"/>
          </a:xfrm>
          <a:prstGeom prst="rect">
            <a:avLst/>
          </a:prstGeom>
        </p:spPr>
      </p:pic>
    </p:spTree>
    <p:extLst>
      <p:ext uri="{BB962C8B-B14F-4D97-AF65-F5344CB8AC3E}">
        <p14:creationId xmlns:p14="http://schemas.microsoft.com/office/powerpoint/2010/main" val="424664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B0A71AD-5467-0457-82D5-5AD49299C4D6}"/>
              </a:ext>
            </a:extLst>
          </p:cNvPr>
          <p:cNvSpPr>
            <a:spLocks noGrp="1"/>
          </p:cNvSpPr>
          <p:nvPr>
            <p:ph type="title"/>
          </p:nvPr>
        </p:nvSpPr>
        <p:spPr>
          <a:xfrm>
            <a:off x="1097280" y="286604"/>
            <a:ext cx="10058400" cy="1369734"/>
          </a:xfrm>
        </p:spPr>
        <p:txBody>
          <a:bodyPr/>
          <a:lstStyle/>
          <a:p>
            <a:r>
              <a:rPr lang="tr-TR" dirty="0">
                <a:solidFill>
                  <a:schemeClr val="tx1"/>
                </a:solidFill>
              </a:rPr>
              <a:t>Veri &amp; Veri Tipleri </a:t>
            </a:r>
            <a:endParaRPr lang="tr-TR" dirty="0"/>
          </a:p>
        </p:txBody>
      </p:sp>
      <p:pic>
        <p:nvPicPr>
          <p:cNvPr id="7" name="İçerik Yer Tutucusu 6">
            <a:extLst>
              <a:ext uri="{FF2B5EF4-FFF2-40B4-BE49-F238E27FC236}">
                <a16:creationId xmlns:a16="http://schemas.microsoft.com/office/drawing/2014/main" id="{0176A4A5-3C04-3A83-3C87-85BC4D69C92E}"/>
              </a:ext>
            </a:extLst>
          </p:cNvPr>
          <p:cNvPicPr>
            <a:picLocks noGrp="1" noChangeAspect="1"/>
          </p:cNvPicPr>
          <p:nvPr>
            <p:ph idx="1"/>
          </p:nvPr>
        </p:nvPicPr>
        <p:blipFill>
          <a:blip r:embed="rId2"/>
          <a:stretch>
            <a:fillRect/>
          </a:stretch>
        </p:blipFill>
        <p:spPr>
          <a:xfrm>
            <a:off x="1300409" y="1791803"/>
            <a:ext cx="9256061" cy="4078419"/>
          </a:xfrm>
        </p:spPr>
      </p:pic>
      <p:sp>
        <p:nvSpPr>
          <p:cNvPr id="4" name="Alt Bilgi Yer Tutucusu 3">
            <a:extLst>
              <a:ext uri="{FF2B5EF4-FFF2-40B4-BE49-F238E27FC236}">
                <a16:creationId xmlns:a16="http://schemas.microsoft.com/office/drawing/2014/main" id="{2D3A2068-5313-3325-2A8B-5F7BEECC846B}"/>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685E23B6-FB48-F87D-655A-A17F57E52222}"/>
              </a:ext>
            </a:extLst>
          </p:cNvPr>
          <p:cNvSpPr>
            <a:spLocks noGrp="1"/>
          </p:cNvSpPr>
          <p:nvPr>
            <p:ph type="sldNum" sz="quarter" idx="12"/>
          </p:nvPr>
        </p:nvSpPr>
        <p:spPr/>
        <p:txBody>
          <a:bodyPr/>
          <a:lstStyle/>
          <a:p>
            <a:fld id="{CAD58A22-19B7-4B53-A5D7-CAF60E6DE0A4}" type="slidenum">
              <a:rPr lang="tr-TR" smtClean="0"/>
              <a:t>6</a:t>
            </a:fld>
            <a:endParaRPr lang="tr-TR"/>
          </a:p>
        </p:txBody>
      </p:sp>
    </p:spTree>
    <p:extLst>
      <p:ext uri="{BB962C8B-B14F-4D97-AF65-F5344CB8AC3E}">
        <p14:creationId xmlns:p14="http://schemas.microsoft.com/office/powerpoint/2010/main" val="112442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AB0A71AD-5467-0457-82D5-5AD49299C4D6}"/>
              </a:ext>
            </a:extLst>
          </p:cNvPr>
          <p:cNvSpPr>
            <a:spLocks noGrp="1"/>
          </p:cNvSpPr>
          <p:nvPr>
            <p:ph type="title"/>
          </p:nvPr>
        </p:nvSpPr>
        <p:spPr>
          <a:xfrm>
            <a:off x="5181601" y="634946"/>
            <a:ext cx="6368142" cy="1450757"/>
          </a:xfrm>
        </p:spPr>
        <p:txBody>
          <a:bodyPr>
            <a:normAutofit/>
          </a:bodyPr>
          <a:lstStyle/>
          <a:p>
            <a:r>
              <a:rPr lang="tr-TR" dirty="0"/>
              <a:t>Neden Veri Madenciliği?- Ticari Bakış</a:t>
            </a:r>
          </a:p>
        </p:txBody>
      </p:sp>
      <p:pic>
        <p:nvPicPr>
          <p:cNvPr id="11" name="Resim 10" descr="metin, bilgisayar, makine, görüntüleme cihazı içeren bir resim&#10;&#10;Açıklama otomatik olarak oluşturuldu">
            <a:extLst>
              <a:ext uri="{FF2B5EF4-FFF2-40B4-BE49-F238E27FC236}">
                <a16:creationId xmlns:a16="http://schemas.microsoft.com/office/drawing/2014/main" id="{830F293C-2534-F52A-6682-F65FDF4989AE}"/>
              </a:ext>
            </a:extLst>
          </p:cNvPr>
          <p:cNvPicPr>
            <a:picLocks noChangeAspect="1"/>
          </p:cNvPicPr>
          <p:nvPr/>
        </p:nvPicPr>
        <p:blipFill rotWithShape="1">
          <a:blip r:embed="rId2"/>
          <a:srcRect l="5615" r="35616" b="2"/>
          <a:stretch/>
        </p:blipFill>
        <p:spPr>
          <a:xfrm>
            <a:off x="20" y="-12128"/>
            <a:ext cx="4654276" cy="6870127"/>
          </a:xfrm>
          <a:prstGeom prst="rect">
            <a:avLst/>
          </a:prstGeom>
        </p:spPr>
      </p:pic>
      <p:cxnSp>
        <p:nvCxnSpPr>
          <p:cNvPr id="20" name="Straight Connector 19">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FC91826F-0544-58D7-71AC-FE959DFA7178}"/>
              </a:ext>
            </a:extLst>
          </p:cNvPr>
          <p:cNvSpPr>
            <a:spLocks noGrp="1"/>
          </p:cNvSpPr>
          <p:nvPr>
            <p:ph idx="1"/>
          </p:nvPr>
        </p:nvSpPr>
        <p:spPr>
          <a:xfrm>
            <a:off x="5181601" y="2198914"/>
            <a:ext cx="6368142" cy="3670180"/>
          </a:xfrm>
        </p:spPr>
        <p:txBody>
          <a:bodyPr>
            <a:normAutofit/>
          </a:bodyPr>
          <a:lstStyle/>
          <a:p>
            <a:pPr>
              <a:buFont typeface="Wingdings" panose="05000000000000000000" pitchFamily="2" charset="2"/>
              <a:buChar char="v"/>
            </a:pPr>
            <a:r>
              <a:rPr lang="tr-TR" dirty="0"/>
              <a:t>Çok sayıda veri toplanıyor ve depolanmış</a:t>
            </a:r>
          </a:p>
          <a:p>
            <a:pPr>
              <a:buFont typeface="Wingdings" panose="05000000000000000000" pitchFamily="2" charset="2"/>
              <a:buChar char="v"/>
            </a:pPr>
            <a:r>
              <a:rPr lang="tr-TR" dirty="0"/>
              <a:t> Web verileri, e-ticaret– departmandaki satın alımlar/marketler</a:t>
            </a:r>
          </a:p>
          <a:p>
            <a:pPr>
              <a:buFont typeface="Wingdings" panose="05000000000000000000" pitchFamily="2" charset="2"/>
              <a:buChar char="v"/>
            </a:pPr>
            <a:r>
              <a:rPr lang="tr-TR" dirty="0"/>
              <a:t> Banka/Kredi Kartı işlemler</a:t>
            </a:r>
          </a:p>
          <a:p>
            <a:pPr>
              <a:buFont typeface="Wingdings" panose="05000000000000000000" pitchFamily="2" charset="2"/>
              <a:buChar char="v"/>
            </a:pPr>
            <a:r>
              <a:rPr lang="tr-TR" dirty="0"/>
              <a:t>Bilgisayarlar daha ucuz ve daha güçlü hale geldi</a:t>
            </a:r>
          </a:p>
          <a:p>
            <a:pPr>
              <a:buFont typeface="Wingdings" panose="05000000000000000000" pitchFamily="2" charset="2"/>
              <a:buChar char="v"/>
            </a:pPr>
            <a:r>
              <a:rPr lang="tr-TR" dirty="0"/>
              <a:t>Rekabet Baskısı Güçlü</a:t>
            </a:r>
          </a:p>
          <a:p>
            <a:pPr>
              <a:buFont typeface="Wingdings" panose="05000000000000000000" pitchFamily="2" charset="2"/>
              <a:buChar char="v"/>
            </a:pPr>
            <a:r>
              <a:rPr lang="tr-TR" dirty="0"/>
              <a:t> Spesifik bir iş için daha iyi, özelleştirilmiş hizmetler sağlama isteği (</a:t>
            </a:r>
            <a:r>
              <a:rPr lang="tr-TR" dirty="0" err="1"/>
              <a:t>örn.Müşteri</a:t>
            </a:r>
            <a:r>
              <a:rPr lang="tr-TR" dirty="0"/>
              <a:t> ilişkileri yönetimi)</a:t>
            </a:r>
          </a:p>
        </p:txBody>
      </p:sp>
      <p:sp>
        <p:nvSpPr>
          <p:cNvPr id="4" name="Alt Bilgi Yer Tutucusu 3">
            <a:extLst>
              <a:ext uri="{FF2B5EF4-FFF2-40B4-BE49-F238E27FC236}">
                <a16:creationId xmlns:a16="http://schemas.microsoft.com/office/drawing/2014/main" id="{2D3A2068-5313-3325-2A8B-5F7BEECC846B}"/>
              </a:ext>
            </a:extLst>
          </p:cNvPr>
          <p:cNvSpPr>
            <a:spLocks noGrp="1"/>
          </p:cNvSpPr>
          <p:nvPr>
            <p:ph type="ftr" sz="quarter" idx="11"/>
          </p:nvPr>
        </p:nvSpPr>
        <p:spPr>
          <a:xfrm>
            <a:off x="5181601" y="6459785"/>
            <a:ext cx="3739340" cy="365125"/>
          </a:xfrm>
        </p:spPr>
        <p:txBody>
          <a:bodyPr>
            <a:normAutofit/>
          </a:bodyPr>
          <a:lstStyle/>
          <a:p>
            <a:pPr algn="l">
              <a:spcAft>
                <a:spcPts val="600"/>
              </a:spcAft>
            </a:pPr>
            <a:r>
              <a:rPr lang="tr-TR">
                <a:solidFill>
                  <a:schemeClr val="tx1">
                    <a:lumMod val="75000"/>
                    <a:lumOff val="25000"/>
                  </a:schemeClr>
                </a:solidFill>
              </a:rPr>
              <a:t>ISE 216 VERİ BİLİMİ İÇİN İSTATİSTİK</a:t>
            </a:r>
          </a:p>
        </p:txBody>
      </p:sp>
      <p:sp>
        <p:nvSpPr>
          <p:cNvPr id="5" name="Slayt Numarası Yer Tutucusu 4">
            <a:extLst>
              <a:ext uri="{FF2B5EF4-FFF2-40B4-BE49-F238E27FC236}">
                <a16:creationId xmlns:a16="http://schemas.microsoft.com/office/drawing/2014/main" id="{685E23B6-FB48-F87D-655A-A17F57E52222}"/>
              </a:ext>
            </a:extLst>
          </p:cNvPr>
          <p:cNvSpPr>
            <a:spLocks noGrp="1"/>
          </p:cNvSpPr>
          <p:nvPr>
            <p:ph type="sldNum" sz="quarter" idx="12"/>
          </p:nvPr>
        </p:nvSpPr>
        <p:spPr>
          <a:xfrm>
            <a:off x="9900458" y="6459785"/>
            <a:ext cx="1312025" cy="365125"/>
          </a:xfrm>
        </p:spPr>
        <p:txBody>
          <a:bodyPr>
            <a:normAutofit/>
          </a:bodyPr>
          <a:lstStyle/>
          <a:p>
            <a:pPr>
              <a:spcAft>
                <a:spcPts val="600"/>
              </a:spcAft>
            </a:pPr>
            <a:fld id="{CAD58A22-19B7-4B53-A5D7-CAF60E6DE0A4}" type="slidenum">
              <a:rPr lang="tr-TR">
                <a:solidFill>
                  <a:schemeClr val="tx1">
                    <a:lumMod val="75000"/>
                    <a:lumOff val="25000"/>
                  </a:schemeClr>
                </a:solidFill>
              </a:rPr>
              <a:pPr>
                <a:spcAft>
                  <a:spcPts val="600"/>
                </a:spcAft>
              </a:pPr>
              <a:t>7</a:t>
            </a:fld>
            <a:endParaRPr lang="tr-TR">
              <a:solidFill>
                <a:schemeClr val="tx1">
                  <a:lumMod val="75000"/>
                  <a:lumOff val="25000"/>
                </a:schemeClr>
              </a:solidFill>
            </a:endParaRPr>
          </a:p>
        </p:txBody>
      </p:sp>
    </p:spTree>
    <p:extLst>
      <p:ext uri="{BB962C8B-B14F-4D97-AF65-F5344CB8AC3E}">
        <p14:creationId xmlns:p14="http://schemas.microsoft.com/office/powerpoint/2010/main" val="1662357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CA518529-A1A6-CD14-56CD-A44DC1ABDDA3}"/>
              </a:ext>
            </a:extLst>
          </p:cNvPr>
          <p:cNvSpPr>
            <a:spLocks noGrp="1"/>
          </p:cNvSpPr>
          <p:nvPr>
            <p:ph type="title"/>
          </p:nvPr>
        </p:nvSpPr>
        <p:spPr>
          <a:xfrm>
            <a:off x="5181601" y="634946"/>
            <a:ext cx="6368142" cy="1450757"/>
          </a:xfrm>
        </p:spPr>
        <p:txBody>
          <a:bodyPr>
            <a:normAutofit/>
          </a:bodyPr>
          <a:lstStyle/>
          <a:p>
            <a:r>
              <a:rPr lang="tr-TR" dirty="0"/>
              <a:t>Neden Veri Madenciliği ?- Bilimsel Bakış</a:t>
            </a:r>
          </a:p>
        </p:txBody>
      </p:sp>
      <p:pic>
        <p:nvPicPr>
          <p:cNvPr id="9" name="Resim 8">
            <a:extLst>
              <a:ext uri="{FF2B5EF4-FFF2-40B4-BE49-F238E27FC236}">
                <a16:creationId xmlns:a16="http://schemas.microsoft.com/office/drawing/2014/main" id="{3F381A50-2A9D-1EC4-15F6-85E1F0505039}"/>
              </a:ext>
            </a:extLst>
          </p:cNvPr>
          <p:cNvPicPr>
            <a:picLocks noChangeAspect="1"/>
          </p:cNvPicPr>
          <p:nvPr/>
        </p:nvPicPr>
        <p:blipFill rotWithShape="1">
          <a:blip r:embed="rId2"/>
          <a:srcRect l="12585" r="-2" b="-2"/>
          <a:stretch/>
        </p:blipFill>
        <p:spPr>
          <a:xfrm>
            <a:off x="20" y="-12128"/>
            <a:ext cx="4654276" cy="6870127"/>
          </a:xfrm>
          <a:prstGeom prst="rect">
            <a:avLst/>
          </a:prstGeom>
        </p:spPr>
      </p:pic>
      <p:cxnSp>
        <p:nvCxnSpPr>
          <p:cNvPr id="18" name="Straight Connector 17">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F2B4F122-06D5-4896-5C2E-8B7D98913DAA}"/>
              </a:ext>
            </a:extLst>
          </p:cNvPr>
          <p:cNvSpPr>
            <a:spLocks noGrp="1"/>
          </p:cNvSpPr>
          <p:nvPr>
            <p:ph idx="1"/>
          </p:nvPr>
        </p:nvSpPr>
        <p:spPr>
          <a:xfrm>
            <a:off x="5181601" y="2198914"/>
            <a:ext cx="6368142" cy="3670180"/>
          </a:xfrm>
        </p:spPr>
        <p:txBody>
          <a:bodyPr>
            <a:normAutofit/>
          </a:bodyPr>
          <a:lstStyle/>
          <a:p>
            <a:pPr>
              <a:buFont typeface="Wingdings" panose="05000000000000000000" pitchFamily="2" charset="2"/>
              <a:buChar char="ü"/>
            </a:pPr>
            <a:r>
              <a:rPr lang="tr-TR" sz="1700" dirty="0"/>
              <a:t>Muazzam hızlı veriler (GB/saat)</a:t>
            </a:r>
          </a:p>
          <a:p>
            <a:pPr lvl="1">
              <a:buFont typeface="Wingdings" panose="05000000000000000000" pitchFamily="2" charset="2"/>
              <a:buChar char="ü"/>
            </a:pPr>
            <a:r>
              <a:rPr lang="tr-TR" sz="1700" dirty="0"/>
              <a:t>Toplanan ve saklanan veriler </a:t>
            </a:r>
          </a:p>
          <a:p>
            <a:pPr lvl="1">
              <a:buFont typeface="Wingdings" panose="05000000000000000000" pitchFamily="2" charset="2"/>
              <a:buChar char="ü"/>
            </a:pPr>
            <a:r>
              <a:rPr lang="tr-TR" sz="1700" dirty="0"/>
              <a:t>Bir uydudaki uzak sensörler</a:t>
            </a:r>
          </a:p>
          <a:p>
            <a:pPr lvl="1">
              <a:buFont typeface="Wingdings" panose="05000000000000000000" pitchFamily="2" charset="2"/>
              <a:buChar char="ü"/>
            </a:pPr>
            <a:r>
              <a:rPr lang="tr-TR" sz="1700" dirty="0"/>
              <a:t>Gökyüzünü tarayan teleskoplar</a:t>
            </a:r>
          </a:p>
          <a:p>
            <a:pPr>
              <a:buFont typeface="Wingdings" panose="05000000000000000000" pitchFamily="2" charset="2"/>
              <a:buChar char="ü"/>
            </a:pPr>
            <a:r>
              <a:rPr lang="tr-TR" sz="1700" dirty="0"/>
              <a:t> </a:t>
            </a:r>
            <a:r>
              <a:rPr lang="tr-TR" sz="1700" dirty="0" err="1"/>
              <a:t>Mikrodiziler</a:t>
            </a:r>
            <a:r>
              <a:rPr lang="tr-TR" sz="1700" dirty="0"/>
              <a:t> üreten gen ifade verileri</a:t>
            </a:r>
          </a:p>
          <a:p>
            <a:pPr>
              <a:buFont typeface="Wingdings" panose="05000000000000000000" pitchFamily="2" charset="2"/>
              <a:buChar char="ü"/>
            </a:pPr>
            <a:r>
              <a:rPr lang="tr-TR" sz="1700" dirty="0"/>
              <a:t>Bilimsel simülasyonlar terabaytlarca veri üretiliyor</a:t>
            </a:r>
          </a:p>
          <a:p>
            <a:pPr>
              <a:buFont typeface="Wingdings" panose="05000000000000000000" pitchFamily="2" charset="2"/>
              <a:buChar char="ü"/>
            </a:pPr>
            <a:r>
              <a:rPr lang="tr-TR" sz="1700" dirty="0"/>
              <a:t>Ham veriler için uygun olmayan geleneksel teknikler</a:t>
            </a:r>
          </a:p>
          <a:p>
            <a:pPr>
              <a:buFont typeface="Wingdings" panose="05000000000000000000" pitchFamily="2" charset="2"/>
              <a:buChar char="ü"/>
            </a:pPr>
            <a:r>
              <a:rPr lang="tr-TR" sz="1700" dirty="0"/>
              <a:t> Veri madenciliği</a:t>
            </a:r>
          </a:p>
          <a:p>
            <a:pPr lvl="1">
              <a:buFont typeface="Wingdings" panose="05000000000000000000" pitchFamily="2" charset="2"/>
              <a:buChar char="ü"/>
            </a:pPr>
            <a:r>
              <a:rPr lang="tr-TR" sz="1700" dirty="0"/>
              <a:t>verileri sınıflandırma ve bölümlere ayırmada</a:t>
            </a:r>
          </a:p>
          <a:p>
            <a:pPr lvl="1">
              <a:buFont typeface="Wingdings" panose="05000000000000000000" pitchFamily="2" charset="2"/>
              <a:buChar char="ü"/>
            </a:pPr>
            <a:r>
              <a:rPr lang="tr-TR" sz="1700" dirty="0"/>
              <a:t>Hipotez Oluşturmada  bilim adamlarına yardımcı olabilir</a:t>
            </a:r>
          </a:p>
        </p:txBody>
      </p:sp>
      <p:sp>
        <p:nvSpPr>
          <p:cNvPr id="4" name="Alt Bilgi Yer Tutucusu 3">
            <a:extLst>
              <a:ext uri="{FF2B5EF4-FFF2-40B4-BE49-F238E27FC236}">
                <a16:creationId xmlns:a16="http://schemas.microsoft.com/office/drawing/2014/main" id="{02404ABB-8CA6-F43C-16E2-43E937CFC7F9}"/>
              </a:ext>
            </a:extLst>
          </p:cNvPr>
          <p:cNvSpPr>
            <a:spLocks noGrp="1"/>
          </p:cNvSpPr>
          <p:nvPr>
            <p:ph type="ftr" sz="quarter" idx="11"/>
          </p:nvPr>
        </p:nvSpPr>
        <p:spPr>
          <a:xfrm>
            <a:off x="5181601" y="6459785"/>
            <a:ext cx="3739340" cy="365125"/>
          </a:xfrm>
        </p:spPr>
        <p:txBody>
          <a:bodyPr>
            <a:normAutofit/>
          </a:bodyPr>
          <a:lstStyle/>
          <a:p>
            <a:pPr algn="l">
              <a:spcAft>
                <a:spcPts val="600"/>
              </a:spcAft>
            </a:pPr>
            <a:r>
              <a:rPr lang="tr-TR">
                <a:solidFill>
                  <a:schemeClr val="tx1">
                    <a:lumMod val="75000"/>
                    <a:lumOff val="25000"/>
                  </a:schemeClr>
                </a:solidFill>
              </a:rPr>
              <a:t>ISE 216 VERİ BİLİMİ İÇİN İSTATİSTİK</a:t>
            </a:r>
          </a:p>
        </p:txBody>
      </p:sp>
      <p:sp>
        <p:nvSpPr>
          <p:cNvPr id="5" name="Slayt Numarası Yer Tutucusu 4">
            <a:extLst>
              <a:ext uri="{FF2B5EF4-FFF2-40B4-BE49-F238E27FC236}">
                <a16:creationId xmlns:a16="http://schemas.microsoft.com/office/drawing/2014/main" id="{2326F7AF-E2E2-350E-E917-63F204D6C2C0}"/>
              </a:ext>
            </a:extLst>
          </p:cNvPr>
          <p:cNvSpPr>
            <a:spLocks noGrp="1"/>
          </p:cNvSpPr>
          <p:nvPr>
            <p:ph type="sldNum" sz="quarter" idx="12"/>
          </p:nvPr>
        </p:nvSpPr>
        <p:spPr>
          <a:xfrm>
            <a:off x="9900458" y="6459785"/>
            <a:ext cx="1312025" cy="365125"/>
          </a:xfrm>
        </p:spPr>
        <p:txBody>
          <a:bodyPr>
            <a:normAutofit/>
          </a:bodyPr>
          <a:lstStyle/>
          <a:p>
            <a:pPr>
              <a:spcAft>
                <a:spcPts val="600"/>
              </a:spcAft>
            </a:pPr>
            <a:fld id="{CAD58A22-19B7-4B53-A5D7-CAF60E6DE0A4}" type="slidenum">
              <a:rPr lang="tr-TR">
                <a:solidFill>
                  <a:schemeClr val="tx1">
                    <a:lumMod val="75000"/>
                    <a:lumOff val="25000"/>
                  </a:schemeClr>
                </a:solidFill>
              </a:rPr>
              <a:pPr>
                <a:spcAft>
                  <a:spcPts val="600"/>
                </a:spcAft>
              </a:pPr>
              <a:t>8</a:t>
            </a:fld>
            <a:endParaRPr lang="tr-TR">
              <a:solidFill>
                <a:schemeClr val="tx1">
                  <a:lumMod val="75000"/>
                  <a:lumOff val="25000"/>
                </a:schemeClr>
              </a:solidFill>
            </a:endParaRPr>
          </a:p>
        </p:txBody>
      </p:sp>
    </p:spTree>
    <p:extLst>
      <p:ext uri="{BB962C8B-B14F-4D97-AF65-F5344CB8AC3E}">
        <p14:creationId xmlns:p14="http://schemas.microsoft.com/office/powerpoint/2010/main" val="1285047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B0A71AD-5467-0457-82D5-5AD49299C4D6}"/>
              </a:ext>
            </a:extLst>
          </p:cNvPr>
          <p:cNvSpPr>
            <a:spLocks noGrp="1"/>
          </p:cNvSpPr>
          <p:nvPr>
            <p:ph type="title"/>
          </p:nvPr>
        </p:nvSpPr>
        <p:spPr/>
        <p:txBody>
          <a:bodyPr/>
          <a:lstStyle/>
          <a:p>
            <a:r>
              <a:rPr lang="tr-TR" dirty="0"/>
              <a:t>Veri Madenciliği Ne Değildir?</a:t>
            </a:r>
          </a:p>
        </p:txBody>
      </p:sp>
      <p:sp>
        <p:nvSpPr>
          <p:cNvPr id="3" name="İçerik Yer Tutucusu 2">
            <a:extLst>
              <a:ext uri="{FF2B5EF4-FFF2-40B4-BE49-F238E27FC236}">
                <a16:creationId xmlns:a16="http://schemas.microsoft.com/office/drawing/2014/main" id="{FC91826F-0544-58D7-71AC-FE959DFA7178}"/>
              </a:ext>
            </a:extLst>
          </p:cNvPr>
          <p:cNvSpPr>
            <a:spLocks noGrp="1"/>
          </p:cNvSpPr>
          <p:nvPr>
            <p:ph idx="1"/>
          </p:nvPr>
        </p:nvSpPr>
        <p:spPr/>
        <p:txBody>
          <a:bodyPr/>
          <a:lstStyle/>
          <a:p>
            <a:pPr>
              <a:buFont typeface="Wingdings" panose="05000000000000000000" pitchFamily="2" charset="2"/>
              <a:buChar char="q"/>
            </a:pPr>
            <a:r>
              <a:rPr lang="tr-TR" dirty="0"/>
              <a:t>Bir telefon defterinden telefon numarası aramak </a:t>
            </a:r>
          </a:p>
          <a:p>
            <a:pPr>
              <a:buFont typeface="Wingdings" panose="05000000000000000000" pitchFamily="2" charset="2"/>
              <a:buChar char="q"/>
            </a:pPr>
            <a:r>
              <a:rPr lang="tr-TR" dirty="0"/>
              <a:t> Arama motorlarından anahtar kelime aramak </a:t>
            </a:r>
          </a:p>
          <a:p>
            <a:pPr>
              <a:buFont typeface="Wingdings" panose="05000000000000000000" pitchFamily="2" charset="2"/>
              <a:buChar char="q"/>
            </a:pPr>
            <a:r>
              <a:rPr lang="tr-TR" dirty="0"/>
              <a:t> Maaşların farklı yaş gruplarına göre dağılım grafiğini çıkarmak </a:t>
            </a:r>
          </a:p>
          <a:p>
            <a:pPr>
              <a:buFont typeface="Wingdings" panose="05000000000000000000" pitchFamily="2" charset="2"/>
              <a:buChar char="q"/>
            </a:pPr>
            <a:r>
              <a:rPr lang="tr-TR" dirty="0"/>
              <a:t> Bir SQL sorgusuyla veri tabanından sonuç döndürmek</a:t>
            </a:r>
          </a:p>
          <a:p>
            <a:pPr>
              <a:buFont typeface="Wingdings" panose="05000000000000000000" pitchFamily="2" charset="2"/>
              <a:buChar char="q"/>
            </a:pPr>
            <a:r>
              <a:rPr lang="tr-TR" dirty="0"/>
              <a:t>İlişkisel bir </a:t>
            </a:r>
            <a:r>
              <a:rPr lang="tr-TR" dirty="0" err="1"/>
              <a:t>veritabanından</a:t>
            </a:r>
            <a:r>
              <a:rPr lang="tr-TR" dirty="0"/>
              <a:t> çok boyutlu veri küpleri oluşturmak</a:t>
            </a:r>
          </a:p>
        </p:txBody>
      </p:sp>
      <p:sp>
        <p:nvSpPr>
          <p:cNvPr id="4" name="Alt Bilgi Yer Tutucusu 3">
            <a:extLst>
              <a:ext uri="{FF2B5EF4-FFF2-40B4-BE49-F238E27FC236}">
                <a16:creationId xmlns:a16="http://schemas.microsoft.com/office/drawing/2014/main" id="{2D3A2068-5313-3325-2A8B-5F7BEECC846B}"/>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685E23B6-FB48-F87D-655A-A17F57E52222}"/>
              </a:ext>
            </a:extLst>
          </p:cNvPr>
          <p:cNvSpPr>
            <a:spLocks noGrp="1"/>
          </p:cNvSpPr>
          <p:nvPr>
            <p:ph type="sldNum" sz="quarter" idx="12"/>
          </p:nvPr>
        </p:nvSpPr>
        <p:spPr/>
        <p:txBody>
          <a:bodyPr/>
          <a:lstStyle/>
          <a:p>
            <a:fld id="{CAD58A22-19B7-4B53-A5D7-CAF60E6DE0A4}" type="slidenum">
              <a:rPr lang="tr-TR" smtClean="0"/>
              <a:t>9</a:t>
            </a:fld>
            <a:endParaRPr lang="tr-TR"/>
          </a:p>
        </p:txBody>
      </p:sp>
    </p:spTree>
    <p:extLst>
      <p:ext uri="{BB962C8B-B14F-4D97-AF65-F5344CB8AC3E}">
        <p14:creationId xmlns:p14="http://schemas.microsoft.com/office/powerpoint/2010/main" val="30887014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52ABB703-2B0E-4C3B-B4A2-F3973548E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9C21570E-E159-49A6-9891-FA397B7A92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E95DA498-D9A2-4DA9-B9DA-B3776E08C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9" name="Rectangle 28">
            <a:extLst>
              <a:ext uri="{FF2B5EF4-FFF2-40B4-BE49-F238E27FC236}">
                <a16:creationId xmlns:a16="http://schemas.microsoft.com/office/drawing/2014/main" id="{82A73093-4B9D-420D-B17E-52293703A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4" name="Alt Bilgi Yer Tutucusu 3">
            <a:extLst>
              <a:ext uri="{FF2B5EF4-FFF2-40B4-BE49-F238E27FC236}">
                <a16:creationId xmlns:a16="http://schemas.microsoft.com/office/drawing/2014/main" id="{02404ABB-8CA6-F43C-16E2-43E937CFC7F9}"/>
              </a:ext>
            </a:extLst>
          </p:cNvPr>
          <p:cNvSpPr>
            <a:spLocks noGrp="1"/>
          </p:cNvSpPr>
          <p:nvPr>
            <p:ph type="ftr" sz="quarter" idx="11"/>
          </p:nvPr>
        </p:nvSpPr>
        <p:spPr>
          <a:xfrm>
            <a:off x="3686185" y="6459785"/>
            <a:ext cx="4822804" cy="365125"/>
          </a:xfrm>
        </p:spPr>
        <p:txBody>
          <a:bodyPr>
            <a:normAutofit/>
          </a:bodyPr>
          <a:lstStyle/>
          <a:p>
            <a:pPr>
              <a:spcAft>
                <a:spcPts val="600"/>
              </a:spcAft>
            </a:pPr>
            <a:r>
              <a:rPr lang="tr-TR"/>
              <a:t>ISE 216 VERİ BİLİMİ İÇİN İSTATİSTİK</a:t>
            </a:r>
          </a:p>
        </p:txBody>
      </p:sp>
      <p:sp>
        <p:nvSpPr>
          <p:cNvPr id="5" name="Slayt Numarası Yer Tutucusu 4">
            <a:extLst>
              <a:ext uri="{FF2B5EF4-FFF2-40B4-BE49-F238E27FC236}">
                <a16:creationId xmlns:a16="http://schemas.microsoft.com/office/drawing/2014/main" id="{2326F7AF-E2E2-350E-E917-63F204D6C2C0}"/>
              </a:ext>
            </a:extLst>
          </p:cNvPr>
          <p:cNvSpPr>
            <a:spLocks noGrp="1"/>
          </p:cNvSpPr>
          <p:nvPr>
            <p:ph type="sldNum" sz="quarter" idx="12"/>
          </p:nvPr>
        </p:nvSpPr>
        <p:spPr>
          <a:xfrm>
            <a:off x="9900458" y="6459785"/>
            <a:ext cx="1312025" cy="365125"/>
          </a:xfrm>
        </p:spPr>
        <p:txBody>
          <a:bodyPr>
            <a:normAutofit/>
          </a:bodyPr>
          <a:lstStyle/>
          <a:p>
            <a:pPr>
              <a:spcAft>
                <a:spcPts val="600"/>
              </a:spcAft>
            </a:pPr>
            <a:fld id="{CAD58A22-19B7-4B53-A5D7-CAF60E6DE0A4}" type="slidenum">
              <a:rPr lang="tr-TR" smtClean="0"/>
              <a:pPr>
                <a:spcAft>
                  <a:spcPts val="600"/>
                </a:spcAft>
              </a:pPr>
              <a:t>10</a:t>
            </a:fld>
            <a:endParaRPr lang="tr-TR"/>
          </a:p>
        </p:txBody>
      </p:sp>
      <p:pic>
        <p:nvPicPr>
          <p:cNvPr id="9" name="Resim 8">
            <a:extLst>
              <a:ext uri="{FF2B5EF4-FFF2-40B4-BE49-F238E27FC236}">
                <a16:creationId xmlns:a16="http://schemas.microsoft.com/office/drawing/2014/main" id="{BCE35A85-94DE-F431-5666-C561BAE0DD0A}"/>
              </a:ext>
            </a:extLst>
          </p:cNvPr>
          <p:cNvPicPr>
            <a:picLocks noChangeAspect="1"/>
          </p:cNvPicPr>
          <p:nvPr/>
        </p:nvPicPr>
        <p:blipFill>
          <a:blip r:embed="rId2"/>
          <a:stretch>
            <a:fillRect/>
          </a:stretch>
        </p:blipFill>
        <p:spPr>
          <a:xfrm>
            <a:off x="460371" y="466334"/>
            <a:ext cx="6109757" cy="5562595"/>
          </a:xfrm>
          <a:prstGeom prst="rect">
            <a:avLst/>
          </a:prstGeom>
        </p:spPr>
      </p:pic>
      <p:sp>
        <p:nvSpPr>
          <p:cNvPr id="3" name="İçerik Yer Tutucusu 2">
            <a:extLst>
              <a:ext uri="{FF2B5EF4-FFF2-40B4-BE49-F238E27FC236}">
                <a16:creationId xmlns:a16="http://schemas.microsoft.com/office/drawing/2014/main" id="{F2B4F122-06D5-4896-5C2E-8B7D98913DAA}"/>
              </a:ext>
            </a:extLst>
          </p:cNvPr>
          <p:cNvSpPr>
            <a:spLocks noGrp="1"/>
          </p:cNvSpPr>
          <p:nvPr>
            <p:ph idx="1"/>
          </p:nvPr>
        </p:nvSpPr>
        <p:spPr>
          <a:xfrm>
            <a:off x="6030968" y="2198925"/>
            <a:ext cx="5510240" cy="3678191"/>
          </a:xfrm>
        </p:spPr>
        <p:txBody>
          <a:bodyPr>
            <a:normAutofit/>
          </a:bodyPr>
          <a:lstStyle/>
          <a:p>
            <a:pPr algn="just">
              <a:buFont typeface="Wingdings" panose="05000000000000000000" pitchFamily="2" charset="2"/>
              <a:buChar char="Ø"/>
            </a:pPr>
            <a:r>
              <a:rPr lang="tr-TR" sz="1900" dirty="0"/>
              <a:t>Veri Madenciliği, örüntü tanıma, istatistik ve matematiksel yöntemlerin kullanımıyla devasa miktardaki güncel ya da geçmiş veri içerisinden ilgi çekici ( önemsiz olmayan, gizli, önceden bilinmeyen, potansiyel olarak kullanışlı ) bilginin gelecekteki eğilimleri kestirmek ya da sonraki aşamalarda analiz etmek üzere etkin şekilde çıkarılması sürecidir.</a:t>
            </a:r>
          </a:p>
          <a:p>
            <a:pPr algn="just">
              <a:buFont typeface="Wingdings" panose="05000000000000000000" pitchFamily="2" charset="2"/>
              <a:buChar char="Ø"/>
            </a:pPr>
            <a:r>
              <a:rPr lang="tr-TR" sz="1900" dirty="0"/>
              <a:t> Anlamlı kalıpları keşfetmek için büyük miktarda verinin otomatik veya yarı otomatik yöntemlerle araştırılması ve analizi</a:t>
            </a:r>
          </a:p>
          <a:p>
            <a:pPr algn="just">
              <a:buFont typeface="Wingdings" panose="05000000000000000000" pitchFamily="2" charset="2"/>
              <a:buChar char="Ø"/>
            </a:pPr>
            <a:r>
              <a:rPr lang="tr-TR" sz="1600" dirty="0"/>
              <a:t>Basit bir tanım yapmak gerekirse bilgiyi maden-</a:t>
            </a:r>
            <a:r>
              <a:rPr lang="tr-TR" sz="1600" dirty="0" err="1"/>
              <a:t>leme</a:t>
            </a:r>
            <a:r>
              <a:rPr lang="tr-TR" sz="1600" dirty="0"/>
              <a:t> işidir.</a:t>
            </a:r>
            <a:endParaRPr lang="tr-TR" sz="1900" dirty="0"/>
          </a:p>
          <a:p>
            <a:pPr algn="just">
              <a:buFont typeface="Wingdings" panose="05000000000000000000" pitchFamily="2" charset="2"/>
              <a:buChar char="Ø"/>
            </a:pPr>
            <a:endParaRPr lang="tr-TR" sz="1900" dirty="0"/>
          </a:p>
          <a:p>
            <a:pPr algn="just"/>
            <a:endParaRPr lang="tr-TR" sz="1900" dirty="0"/>
          </a:p>
        </p:txBody>
      </p:sp>
      <p:sp>
        <p:nvSpPr>
          <p:cNvPr id="2" name="Başlık 1">
            <a:extLst>
              <a:ext uri="{FF2B5EF4-FFF2-40B4-BE49-F238E27FC236}">
                <a16:creationId xmlns:a16="http://schemas.microsoft.com/office/drawing/2014/main" id="{CA518529-A1A6-CD14-56CD-A44DC1ABDDA3}"/>
              </a:ext>
            </a:extLst>
          </p:cNvPr>
          <p:cNvSpPr>
            <a:spLocks noGrp="1"/>
          </p:cNvSpPr>
          <p:nvPr>
            <p:ph type="title"/>
          </p:nvPr>
        </p:nvSpPr>
        <p:spPr>
          <a:xfrm>
            <a:off x="6773333" y="433244"/>
            <a:ext cx="5356278" cy="1378536"/>
          </a:xfrm>
        </p:spPr>
        <p:txBody>
          <a:bodyPr>
            <a:normAutofit/>
          </a:bodyPr>
          <a:lstStyle/>
          <a:p>
            <a:r>
              <a:rPr lang="tr-TR" dirty="0"/>
              <a:t>Veri Madenciliği Nedir?</a:t>
            </a:r>
          </a:p>
        </p:txBody>
      </p:sp>
    </p:spTree>
    <p:extLst>
      <p:ext uri="{BB962C8B-B14F-4D97-AF65-F5344CB8AC3E}">
        <p14:creationId xmlns:p14="http://schemas.microsoft.com/office/powerpoint/2010/main" val="112405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EE1E9EE-4A12-85E2-C791-E4B4A992649A}"/>
              </a:ext>
            </a:extLst>
          </p:cNvPr>
          <p:cNvSpPr>
            <a:spLocks noGrp="1"/>
          </p:cNvSpPr>
          <p:nvPr>
            <p:ph type="title"/>
          </p:nvPr>
        </p:nvSpPr>
        <p:spPr/>
        <p:txBody>
          <a:bodyPr/>
          <a:lstStyle/>
          <a:p>
            <a:r>
              <a:rPr lang="tr-TR" dirty="0"/>
              <a:t>Problem Tanımı</a:t>
            </a:r>
          </a:p>
        </p:txBody>
      </p:sp>
      <p:sp>
        <p:nvSpPr>
          <p:cNvPr id="3" name="İçerik Yer Tutucusu 2">
            <a:extLst>
              <a:ext uri="{FF2B5EF4-FFF2-40B4-BE49-F238E27FC236}">
                <a16:creationId xmlns:a16="http://schemas.microsoft.com/office/drawing/2014/main" id="{D0B3C9A5-6C41-8426-5F72-E9BE4B574C39}"/>
              </a:ext>
            </a:extLst>
          </p:cNvPr>
          <p:cNvSpPr>
            <a:spLocks noGrp="1"/>
          </p:cNvSpPr>
          <p:nvPr>
            <p:ph idx="1"/>
          </p:nvPr>
        </p:nvSpPr>
        <p:spPr/>
        <p:txBody>
          <a:bodyPr/>
          <a:lstStyle/>
          <a:p>
            <a:pPr>
              <a:buFont typeface="Wingdings" panose="05000000000000000000" pitchFamily="2" charset="2"/>
              <a:buChar char="v"/>
            </a:pPr>
            <a:r>
              <a:rPr lang="tr-TR" dirty="0"/>
              <a:t>teknolojinin gelişimiyle bilgisayar ortamında ve </a:t>
            </a:r>
            <a:r>
              <a:rPr lang="tr-TR" dirty="0" err="1"/>
              <a:t>veritabanlarında</a:t>
            </a:r>
            <a:r>
              <a:rPr lang="tr-TR" dirty="0"/>
              <a:t> tutulan veri miktarının artması (</a:t>
            </a:r>
            <a:r>
              <a:rPr lang="tr-TR" dirty="0" err="1"/>
              <a:t>terabyte</a:t>
            </a:r>
            <a:r>
              <a:rPr lang="tr-TR" dirty="0"/>
              <a:t> -&gt; </a:t>
            </a:r>
            <a:r>
              <a:rPr lang="tr-TR" dirty="0" err="1"/>
              <a:t>petabyte</a:t>
            </a:r>
            <a:r>
              <a:rPr lang="tr-TR" dirty="0"/>
              <a:t>)</a:t>
            </a:r>
          </a:p>
          <a:p>
            <a:pPr lvl="1"/>
            <a:r>
              <a:rPr lang="tr-TR" dirty="0"/>
              <a:t>	verinin kolayca toplanabilmesi</a:t>
            </a:r>
          </a:p>
          <a:p>
            <a:pPr lvl="1"/>
            <a:r>
              <a:rPr lang="tr-TR" dirty="0"/>
              <a:t>	bu veriyi nasıl kullanacağımızı bilmiyoruz</a:t>
            </a:r>
          </a:p>
          <a:p>
            <a:pPr>
              <a:buFont typeface="Wingdings" panose="05000000000000000000" pitchFamily="2" charset="2"/>
              <a:buChar char="v"/>
            </a:pPr>
            <a:r>
              <a:rPr lang="tr-TR" dirty="0"/>
              <a:t>saklanan veriden bilgi elde etmek için bu veriyi yorumlamamız gerekiyor</a:t>
            </a:r>
          </a:p>
          <a:p>
            <a:pPr>
              <a:buFont typeface="Wingdings" panose="05000000000000000000" pitchFamily="2" charset="2"/>
              <a:buChar char="v"/>
            </a:pPr>
            <a:r>
              <a:rPr lang="tr-TR" dirty="0"/>
              <a:t>kullanıcıların beklentilerinin artması(basit </a:t>
            </a:r>
            <a:r>
              <a:rPr lang="tr-TR" dirty="0" err="1"/>
              <a:t>veritabanı</a:t>
            </a:r>
            <a:r>
              <a:rPr lang="tr-TR" dirty="0"/>
              <a:t> sorgulama yöntemlerinin yeterli olmaması)</a:t>
            </a:r>
          </a:p>
          <a:p>
            <a:pPr>
              <a:buFont typeface="Wingdings" panose="05000000000000000000" pitchFamily="2" charset="2"/>
              <a:buChar char="v"/>
            </a:pPr>
            <a:r>
              <a:rPr lang="tr-TR" dirty="0"/>
              <a:t>Veri madenciliği yöntemleri fazla miktardaki veri içinden yararlı bilgiyi bulmak için kullanılır.</a:t>
            </a:r>
          </a:p>
        </p:txBody>
      </p:sp>
      <p:sp>
        <p:nvSpPr>
          <p:cNvPr id="4" name="Alt Bilgi Yer Tutucusu 3">
            <a:extLst>
              <a:ext uri="{FF2B5EF4-FFF2-40B4-BE49-F238E27FC236}">
                <a16:creationId xmlns:a16="http://schemas.microsoft.com/office/drawing/2014/main" id="{738E8691-469A-17B3-33E3-5FD2A5DD0EED}"/>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811D8B21-F55A-FA85-4371-42E19F84BB33}"/>
              </a:ext>
            </a:extLst>
          </p:cNvPr>
          <p:cNvSpPr>
            <a:spLocks noGrp="1"/>
          </p:cNvSpPr>
          <p:nvPr>
            <p:ph type="sldNum" sz="quarter" idx="12"/>
          </p:nvPr>
        </p:nvSpPr>
        <p:spPr/>
        <p:txBody>
          <a:bodyPr/>
          <a:lstStyle/>
          <a:p>
            <a:fld id="{CAD58A22-19B7-4B53-A5D7-CAF60E6DE0A4}" type="slidenum">
              <a:rPr lang="tr-TR" smtClean="0"/>
              <a:t>11</a:t>
            </a:fld>
            <a:endParaRPr lang="tr-TR"/>
          </a:p>
        </p:txBody>
      </p:sp>
    </p:spTree>
    <p:extLst>
      <p:ext uri="{BB962C8B-B14F-4D97-AF65-F5344CB8AC3E}">
        <p14:creationId xmlns:p14="http://schemas.microsoft.com/office/powerpoint/2010/main" val="2816367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10B2254-27E0-FD37-E6B1-BA558387AE02}"/>
              </a:ext>
            </a:extLst>
          </p:cNvPr>
          <p:cNvSpPr>
            <a:spLocks noGrp="1"/>
          </p:cNvSpPr>
          <p:nvPr>
            <p:ph type="title"/>
          </p:nvPr>
        </p:nvSpPr>
        <p:spPr/>
        <p:txBody>
          <a:bodyPr/>
          <a:lstStyle/>
          <a:p>
            <a:r>
              <a:rPr lang="tr-TR" dirty="0"/>
              <a:t>Bilgi Keşfinin Aşamaları</a:t>
            </a:r>
          </a:p>
        </p:txBody>
      </p:sp>
      <p:sp>
        <p:nvSpPr>
          <p:cNvPr id="3" name="İçerik Yer Tutucusu 2">
            <a:extLst>
              <a:ext uri="{FF2B5EF4-FFF2-40B4-BE49-F238E27FC236}">
                <a16:creationId xmlns:a16="http://schemas.microsoft.com/office/drawing/2014/main" id="{C6C101A6-3515-AF9B-B81A-17BFB7D05EC2}"/>
              </a:ext>
            </a:extLst>
          </p:cNvPr>
          <p:cNvSpPr>
            <a:spLocks noGrp="1"/>
          </p:cNvSpPr>
          <p:nvPr>
            <p:ph idx="1"/>
          </p:nvPr>
        </p:nvSpPr>
        <p:spPr/>
        <p:txBody>
          <a:bodyPr>
            <a:normAutofit fontScale="92500" lnSpcReduction="10000"/>
          </a:bodyPr>
          <a:lstStyle/>
          <a:p>
            <a:pPr>
              <a:buFont typeface="Wingdings" panose="05000000000000000000" pitchFamily="2" charset="2"/>
              <a:buChar char="§"/>
            </a:pPr>
            <a:r>
              <a:rPr lang="tr-TR" dirty="0"/>
              <a:t>Uygulama alanını inceleme	</a:t>
            </a:r>
          </a:p>
          <a:p>
            <a:pPr>
              <a:buFont typeface="Wingdings" panose="05000000000000000000" pitchFamily="2" charset="2"/>
              <a:buChar char="§"/>
            </a:pPr>
            <a:r>
              <a:rPr lang="tr-TR" dirty="0"/>
              <a:t>Amaca uygun veri kümesi oluşturma</a:t>
            </a:r>
          </a:p>
          <a:p>
            <a:pPr>
              <a:buFont typeface="Wingdings" panose="05000000000000000000" pitchFamily="2" charset="2"/>
              <a:buChar char="§"/>
            </a:pPr>
            <a:r>
              <a:rPr lang="tr-TR" dirty="0"/>
              <a:t>Veri ayıklama ve önişleme</a:t>
            </a:r>
          </a:p>
          <a:p>
            <a:pPr>
              <a:buFont typeface="Wingdings" panose="05000000000000000000" pitchFamily="2" charset="2"/>
              <a:buChar char="§"/>
            </a:pPr>
            <a:r>
              <a:rPr lang="tr-TR" dirty="0"/>
              <a:t>Veri azaltma ve veri dönüşümü</a:t>
            </a:r>
          </a:p>
          <a:p>
            <a:pPr lvl="1">
              <a:buFont typeface="Wingdings" panose="05000000000000000000" pitchFamily="2" charset="2"/>
              <a:buChar char="§"/>
            </a:pPr>
            <a:r>
              <a:rPr lang="tr-TR" dirty="0"/>
              <a:t>incelemede gerekli boyutları (özellikleri) seçme, boyutlar arası ilişkiyi belirleme, boyut azaltma, </a:t>
            </a:r>
          </a:p>
          <a:p>
            <a:pPr>
              <a:buFont typeface="Wingdings" panose="05000000000000000000" pitchFamily="2" charset="2"/>
              <a:buChar char="§"/>
            </a:pPr>
            <a:r>
              <a:rPr lang="tr-TR" dirty="0"/>
              <a:t>Veri madenciliği tekniği seçme</a:t>
            </a:r>
          </a:p>
          <a:p>
            <a:pPr lvl="1">
              <a:buFont typeface="Wingdings" panose="05000000000000000000" pitchFamily="2" charset="2"/>
              <a:buChar char="§"/>
            </a:pPr>
            <a:r>
              <a:rPr lang="tr-TR" dirty="0"/>
              <a:t>Sınıflandırma, eğri uydurma, bağıntı kuralları, demetleme</a:t>
            </a:r>
          </a:p>
          <a:p>
            <a:pPr>
              <a:buFont typeface="Wingdings" panose="05000000000000000000" pitchFamily="2" charset="2"/>
              <a:buChar char="§"/>
            </a:pPr>
            <a:r>
              <a:rPr lang="tr-TR" dirty="0"/>
              <a:t>Veri madenciliği algoritmasını seçme</a:t>
            </a:r>
          </a:p>
          <a:p>
            <a:pPr>
              <a:buFont typeface="Wingdings" panose="05000000000000000000" pitchFamily="2" charset="2"/>
              <a:buChar char="§"/>
            </a:pPr>
            <a:r>
              <a:rPr lang="tr-TR" dirty="0"/>
              <a:t>Model değerlendirme ve bilgi sunumu</a:t>
            </a:r>
          </a:p>
          <a:p>
            <a:pPr>
              <a:buFont typeface="Wingdings" panose="05000000000000000000" pitchFamily="2" charset="2"/>
              <a:buChar char="§"/>
            </a:pPr>
            <a:r>
              <a:rPr lang="tr-TR" dirty="0"/>
              <a:t>Bulunan bilginin yorumlanması</a:t>
            </a:r>
          </a:p>
        </p:txBody>
      </p:sp>
      <p:sp>
        <p:nvSpPr>
          <p:cNvPr id="4" name="Alt Bilgi Yer Tutucusu 3">
            <a:extLst>
              <a:ext uri="{FF2B5EF4-FFF2-40B4-BE49-F238E27FC236}">
                <a16:creationId xmlns:a16="http://schemas.microsoft.com/office/drawing/2014/main" id="{8E0E6A11-9850-2184-F2BB-F21269778B3B}"/>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AECEF6C2-5915-499E-AFD0-D207E451E026}"/>
              </a:ext>
            </a:extLst>
          </p:cNvPr>
          <p:cNvSpPr>
            <a:spLocks noGrp="1"/>
          </p:cNvSpPr>
          <p:nvPr>
            <p:ph type="sldNum" sz="quarter" idx="12"/>
          </p:nvPr>
        </p:nvSpPr>
        <p:spPr/>
        <p:txBody>
          <a:bodyPr/>
          <a:lstStyle/>
          <a:p>
            <a:fld id="{CAD58A22-19B7-4B53-A5D7-CAF60E6DE0A4}" type="slidenum">
              <a:rPr lang="tr-TR" smtClean="0"/>
              <a:t>12</a:t>
            </a:fld>
            <a:endParaRPr lang="tr-TR"/>
          </a:p>
        </p:txBody>
      </p:sp>
    </p:spTree>
    <p:extLst>
      <p:ext uri="{BB962C8B-B14F-4D97-AF65-F5344CB8AC3E}">
        <p14:creationId xmlns:p14="http://schemas.microsoft.com/office/powerpoint/2010/main" val="4068692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819933C-D9E7-436D-EB0E-D467B67DD36B}"/>
              </a:ext>
            </a:extLst>
          </p:cNvPr>
          <p:cNvSpPr>
            <a:spLocks noGrp="1"/>
          </p:cNvSpPr>
          <p:nvPr>
            <p:ph type="title"/>
          </p:nvPr>
        </p:nvSpPr>
        <p:spPr/>
        <p:txBody>
          <a:bodyPr/>
          <a:lstStyle/>
          <a:p>
            <a:r>
              <a:rPr lang="tr-TR" dirty="0"/>
              <a:t>Bilgi Keşfi Örnek: web kayıtları</a:t>
            </a:r>
          </a:p>
        </p:txBody>
      </p:sp>
      <p:sp>
        <p:nvSpPr>
          <p:cNvPr id="3" name="İçerik Yer Tutucusu 2">
            <a:extLst>
              <a:ext uri="{FF2B5EF4-FFF2-40B4-BE49-F238E27FC236}">
                <a16:creationId xmlns:a16="http://schemas.microsoft.com/office/drawing/2014/main" id="{476397BF-D45D-6C03-5D96-D972DC8848FE}"/>
              </a:ext>
            </a:extLst>
          </p:cNvPr>
          <p:cNvSpPr>
            <a:spLocks noGrp="1"/>
          </p:cNvSpPr>
          <p:nvPr>
            <p:ph idx="1"/>
          </p:nvPr>
        </p:nvSpPr>
        <p:spPr/>
        <p:txBody>
          <a:bodyPr/>
          <a:lstStyle/>
          <a:p>
            <a:pPr>
              <a:buFont typeface="Wingdings" panose="05000000000000000000" pitchFamily="2" charset="2"/>
              <a:buChar char="§"/>
            </a:pPr>
            <a:r>
              <a:rPr lang="tr-TR" dirty="0"/>
              <a:t>web sitesinin yapısını inceleme</a:t>
            </a:r>
          </a:p>
          <a:p>
            <a:pPr>
              <a:buFont typeface="Wingdings" panose="05000000000000000000" pitchFamily="2" charset="2"/>
              <a:buChar char="§"/>
            </a:pPr>
            <a:r>
              <a:rPr lang="tr-TR" dirty="0"/>
              <a:t>verileri seçme: tarih aralığını belirleme</a:t>
            </a:r>
          </a:p>
          <a:p>
            <a:pPr>
              <a:buFont typeface="Wingdings" panose="05000000000000000000" pitchFamily="2" charset="2"/>
              <a:buChar char="§"/>
            </a:pPr>
            <a:r>
              <a:rPr lang="tr-TR" dirty="0"/>
              <a:t>veri ayıklama, önişleme: gereksiz kayıtları silme</a:t>
            </a:r>
          </a:p>
          <a:p>
            <a:pPr>
              <a:buFont typeface="Wingdings" panose="05000000000000000000" pitchFamily="2" charset="2"/>
              <a:buChar char="§"/>
            </a:pPr>
            <a:r>
              <a:rPr lang="tr-TR" dirty="0"/>
              <a:t>veri azaltma, veri dönüşümü: kullanıcı oturumları belirleme</a:t>
            </a:r>
          </a:p>
          <a:p>
            <a:pPr>
              <a:buFont typeface="Wingdings" panose="05000000000000000000" pitchFamily="2" charset="2"/>
              <a:buChar char="§"/>
            </a:pPr>
            <a:r>
              <a:rPr lang="tr-TR" dirty="0"/>
              <a:t>veri madenciliği tekniği seçme: demetleme</a:t>
            </a:r>
          </a:p>
          <a:p>
            <a:pPr>
              <a:buFont typeface="Wingdings" panose="05000000000000000000" pitchFamily="2" charset="2"/>
              <a:buChar char="§"/>
            </a:pPr>
            <a:r>
              <a:rPr lang="tr-TR" dirty="0"/>
              <a:t>veri madenciliği algoritması seçme: k-</a:t>
            </a:r>
            <a:r>
              <a:rPr lang="tr-TR" dirty="0" err="1"/>
              <a:t>ortalama,DBSCAN</a:t>
            </a:r>
            <a:endParaRPr lang="tr-TR" dirty="0"/>
          </a:p>
          <a:p>
            <a:pPr>
              <a:buFont typeface="Wingdings" panose="05000000000000000000" pitchFamily="2" charset="2"/>
              <a:buChar char="§"/>
            </a:pPr>
            <a:r>
              <a:rPr lang="tr-TR" dirty="0"/>
              <a:t>Model değerlendirme/yorumlama: değişik kullanıcı </a:t>
            </a:r>
            <a:r>
              <a:rPr lang="tr-TR" dirty="0" err="1"/>
              <a:t>rupları</a:t>
            </a:r>
            <a:r>
              <a:rPr lang="tr-TR" dirty="0"/>
              <a:t> için sıkça izlenen yolu bulma </a:t>
            </a:r>
          </a:p>
          <a:p>
            <a:pPr>
              <a:buFont typeface="Wingdings" panose="05000000000000000000" pitchFamily="2" charset="2"/>
              <a:buChar char="§"/>
            </a:pPr>
            <a:r>
              <a:rPr lang="tr-TR" dirty="0"/>
              <a:t>Uygulama alanları: öneri modelleri, kişiselleştirme, ön belleğe alma</a:t>
            </a:r>
          </a:p>
        </p:txBody>
      </p:sp>
      <p:sp>
        <p:nvSpPr>
          <p:cNvPr id="4" name="Alt Bilgi Yer Tutucusu 3">
            <a:extLst>
              <a:ext uri="{FF2B5EF4-FFF2-40B4-BE49-F238E27FC236}">
                <a16:creationId xmlns:a16="http://schemas.microsoft.com/office/drawing/2014/main" id="{256813A0-5155-522D-307E-C2B6DCA5DEE0}"/>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4131B3A1-6C07-BA32-6804-29F0F2659D93}"/>
              </a:ext>
            </a:extLst>
          </p:cNvPr>
          <p:cNvSpPr>
            <a:spLocks noGrp="1"/>
          </p:cNvSpPr>
          <p:nvPr>
            <p:ph type="sldNum" sz="quarter" idx="12"/>
          </p:nvPr>
        </p:nvSpPr>
        <p:spPr/>
        <p:txBody>
          <a:bodyPr/>
          <a:lstStyle/>
          <a:p>
            <a:fld id="{CAD58A22-19B7-4B53-A5D7-CAF60E6DE0A4}" type="slidenum">
              <a:rPr lang="tr-TR" smtClean="0"/>
              <a:t>13</a:t>
            </a:fld>
            <a:endParaRPr lang="tr-TR"/>
          </a:p>
        </p:txBody>
      </p:sp>
    </p:spTree>
    <p:extLst>
      <p:ext uri="{BB962C8B-B14F-4D97-AF65-F5344CB8AC3E}">
        <p14:creationId xmlns:p14="http://schemas.microsoft.com/office/powerpoint/2010/main" val="1853633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A441007-30DC-523D-A308-B71E1186D1BF}"/>
              </a:ext>
            </a:extLst>
          </p:cNvPr>
          <p:cNvSpPr>
            <a:spLocks noGrp="1"/>
          </p:cNvSpPr>
          <p:nvPr>
            <p:ph type="title"/>
          </p:nvPr>
        </p:nvSpPr>
        <p:spPr>
          <a:xfrm>
            <a:off x="1097280" y="286603"/>
            <a:ext cx="10058400" cy="1450757"/>
          </a:xfrm>
        </p:spPr>
        <p:txBody>
          <a:bodyPr>
            <a:normAutofit/>
          </a:bodyPr>
          <a:lstStyle/>
          <a:p>
            <a:r>
              <a:rPr lang="tr-TR" dirty="0"/>
              <a:t>Veri Madenciliğinin Kökenleri</a:t>
            </a:r>
          </a:p>
        </p:txBody>
      </p:sp>
      <p:sp>
        <p:nvSpPr>
          <p:cNvPr id="4" name="Alt Bilgi Yer Tutucusu 3">
            <a:extLst>
              <a:ext uri="{FF2B5EF4-FFF2-40B4-BE49-F238E27FC236}">
                <a16:creationId xmlns:a16="http://schemas.microsoft.com/office/drawing/2014/main" id="{504DBB46-F42A-ECB1-D723-1800BB0844BF}"/>
              </a:ext>
            </a:extLst>
          </p:cNvPr>
          <p:cNvSpPr>
            <a:spLocks/>
          </p:cNvSpPr>
          <p:nvPr/>
        </p:nvSpPr>
        <p:spPr>
          <a:xfrm>
            <a:off x="4251538" y="5607334"/>
            <a:ext cx="3662237" cy="277261"/>
          </a:xfrm>
          <a:prstGeom prst="rect">
            <a:avLst/>
          </a:prstGeom>
        </p:spPr>
        <p:txBody>
          <a:bodyPr/>
          <a:lstStyle/>
          <a:p>
            <a:pPr defTabSz="342900">
              <a:spcAft>
                <a:spcPts val="600"/>
              </a:spcAft>
            </a:pPr>
            <a:r>
              <a:rPr lang="tr-TR" sz="1350" kern="1200">
                <a:solidFill>
                  <a:schemeClr val="tx1"/>
                </a:solidFill>
                <a:latin typeface="+mn-lt"/>
                <a:ea typeface="+mn-ea"/>
                <a:cs typeface="+mn-cs"/>
              </a:rPr>
              <a:t>ISE 216 VERİ BİLİMİ İÇİN İSTATİSTİK</a:t>
            </a:r>
            <a:endParaRPr lang="tr-TR"/>
          </a:p>
        </p:txBody>
      </p:sp>
      <p:sp>
        <p:nvSpPr>
          <p:cNvPr id="5" name="Slayt Numarası Yer Tutucusu 4">
            <a:extLst>
              <a:ext uri="{FF2B5EF4-FFF2-40B4-BE49-F238E27FC236}">
                <a16:creationId xmlns:a16="http://schemas.microsoft.com/office/drawing/2014/main" id="{E8CF9072-4107-8149-A89E-BC931741D477}"/>
              </a:ext>
            </a:extLst>
          </p:cNvPr>
          <p:cNvSpPr>
            <a:spLocks/>
          </p:cNvSpPr>
          <p:nvPr/>
        </p:nvSpPr>
        <p:spPr>
          <a:xfrm>
            <a:off x="8970399" y="5607334"/>
            <a:ext cx="996297" cy="277261"/>
          </a:xfrm>
          <a:prstGeom prst="rect">
            <a:avLst/>
          </a:prstGeom>
        </p:spPr>
        <p:txBody>
          <a:bodyPr/>
          <a:lstStyle/>
          <a:p>
            <a:pPr defTabSz="342900">
              <a:spcAft>
                <a:spcPts val="600"/>
              </a:spcAft>
            </a:pPr>
            <a:fld id="{CAD58A22-19B7-4B53-A5D7-CAF60E6DE0A4}" type="slidenum">
              <a:rPr lang="tr-TR" sz="1350" kern="1200">
                <a:solidFill>
                  <a:schemeClr val="tx1"/>
                </a:solidFill>
                <a:latin typeface="+mn-lt"/>
                <a:ea typeface="+mn-ea"/>
                <a:cs typeface="+mn-cs"/>
              </a:rPr>
              <a:pPr defTabSz="342900">
                <a:spcAft>
                  <a:spcPts val="600"/>
                </a:spcAft>
              </a:pPr>
              <a:t>14</a:t>
            </a:fld>
            <a:endParaRPr lang="tr-TR"/>
          </a:p>
        </p:txBody>
      </p:sp>
      <p:graphicFrame>
        <p:nvGraphicFramePr>
          <p:cNvPr id="15" name="Metin kutusu 8">
            <a:extLst>
              <a:ext uri="{FF2B5EF4-FFF2-40B4-BE49-F238E27FC236}">
                <a16:creationId xmlns:a16="http://schemas.microsoft.com/office/drawing/2014/main" id="{333A9AF7-5694-3D9F-F32B-879F0DD6D7CC}"/>
              </a:ext>
            </a:extLst>
          </p:cNvPr>
          <p:cNvGraphicFramePr/>
          <p:nvPr>
            <p:extLst>
              <p:ext uri="{D42A27DB-BD31-4B8C-83A1-F6EECF244321}">
                <p14:modId xmlns:p14="http://schemas.microsoft.com/office/powerpoint/2010/main" val="839645565"/>
              </p:ext>
            </p:extLst>
          </p:nvPr>
        </p:nvGraphicFramePr>
        <p:xfrm>
          <a:off x="1223693" y="1932433"/>
          <a:ext cx="8743003" cy="40845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8" name="İçerik Yer Tutucusu 6">
            <a:extLst>
              <a:ext uri="{FF2B5EF4-FFF2-40B4-BE49-F238E27FC236}">
                <a16:creationId xmlns:a16="http://schemas.microsoft.com/office/drawing/2014/main" id="{5BEB8140-B0B0-9921-1EF1-3F17B0464546}"/>
              </a:ext>
            </a:extLst>
          </p:cNvPr>
          <p:cNvPicPr>
            <a:picLocks noGrp="1" noChangeAspect="1"/>
          </p:cNvPicPr>
          <p:nvPr>
            <p:ph idx="1"/>
          </p:nvPr>
        </p:nvPicPr>
        <p:blipFill>
          <a:blip r:embed="rId7"/>
          <a:stretch>
            <a:fillRect/>
          </a:stretch>
        </p:blipFill>
        <p:spPr>
          <a:xfrm>
            <a:off x="9127835" y="2267899"/>
            <a:ext cx="2732382" cy="2852742"/>
          </a:xfrm>
        </p:spPr>
      </p:pic>
      <p:sp>
        <p:nvSpPr>
          <p:cNvPr id="19" name="Metin kutusu 18">
            <a:extLst>
              <a:ext uri="{FF2B5EF4-FFF2-40B4-BE49-F238E27FC236}">
                <a16:creationId xmlns:a16="http://schemas.microsoft.com/office/drawing/2014/main" id="{28D4FD4A-AEBA-1ECE-A92E-1136610AB879}"/>
              </a:ext>
            </a:extLst>
          </p:cNvPr>
          <p:cNvSpPr txBox="1"/>
          <p:nvPr/>
        </p:nvSpPr>
        <p:spPr>
          <a:xfrm>
            <a:off x="9465547" y="5205641"/>
            <a:ext cx="2056958" cy="277261"/>
          </a:xfrm>
          <a:prstGeom prst="rect">
            <a:avLst/>
          </a:prstGeom>
          <a:noFill/>
        </p:spPr>
        <p:txBody>
          <a:bodyPr wrap="square">
            <a:spAutoFit/>
          </a:bodyPr>
          <a:lstStyle/>
          <a:p>
            <a:r>
              <a:rPr lang="tr-TR" sz="600" dirty="0" err="1"/>
              <a:t>Tan,Steinbach</a:t>
            </a:r>
            <a:r>
              <a:rPr lang="tr-TR" sz="600" dirty="0"/>
              <a:t>, Kumar </a:t>
            </a:r>
            <a:r>
              <a:rPr lang="tr-TR" sz="600" dirty="0" err="1"/>
              <a:t>Introduction</a:t>
            </a:r>
            <a:r>
              <a:rPr lang="tr-TR" sz="600" dirty="0"/>
              <a:t> </a:t>
            </a:r>
            <a:r>
              <a:rPr lang="tr-TR" sz="600" dirty="0" err="1"/>
              <a:t>to</a:t>
            </a:r>
            <a:r>
              <a:rPr lang="tr-TR" sz="600" dirty="0"/>
              <a:t> Data </a:t>
            </a:r>
            <a:r>
              <a:rPr lang="tr-TR" sz="600" dirty="0" err="1"/>
              <a:t>Mining</a:t>
            </a:r>
            <a:r>
              <a:rPr lang="tr-TR" sz="600" dirty="0"/>
              <a:t> 4/18/2004</a:t>
            </a:r>
          </a:p>
        </p:txBody>
      </p:sp>
    </p:spTree>
    <p:extLst>
      <p:ext uri="{BB962C8B-B14F-4D97-AF65-F5344CB8AC3E}">
        <p14:creationId xmlns:p14="http://schemas.microsoft.com/office/powerpoint/2010/main" val="2365528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19E014B-DDD8-C2BF-EAD2-40090F8A93C7}"/>
              </a:ext>
            </a:extLst>
          </p:cNvPr>
          <p:cNvSpPr>
            <a:spLocks noGrp="1"/>
          </p:cNvSpPr>
          <p:nvPr>
            <p:ph type="title"/>
          </p:nvPr>
        </p:nvSpPr>
        <p:spPr/>
        <p:txBody>
          <a:bodyPr/>
          <a:lstStyle/>
          <a:p>
            <a:r>
              <a:rPr lang="tr-TR" dirty="0"/>
              <a:t>Veri Madenciliği</a:t>
            </a:r>
          </a:p>
        </p:txBody>
      </p:sp>
      <p:sp>
        <p:nvSpPr>
          <p:cNvPr id="3" name="İçerik Yer Tutucusu 2">
            <a:extLst>
              <a:ext uri="{FF2B5EF4-FFF2-40B4-BE49-F238E27FC236}">
                <a16:creationId xmlns:a16="http://schemas.microsoft.com/office/drawing/2014/main" id="{096ABD53-F7CF-A8A0-3B85-C9DA0B4526A3}"/>
              </a:ext>
            </a:extLst>
          </p:cNvPr>
          <p:cNvSpPr>
            <a:spLocks noGrp="1"/>
          </p:cNvSpPr>
          <p:nvPr>
            <p:ph idx="1"/>
          </p:nvPr>
        </p:nvSpPr>
        <p:spPr>
          <a:xfrm>
            <a:off x="1097280" y="1845734"/>
            <a:ext cx="4998720" cy="4385733"/>
          </a:xfrm>
        </p:spPr>
        <p:txBody>
          <a:bodyPr/>
          <a:lstStyle/>
          <a:p>
            <a:pPr>
              <a:buFont typeface="Wingdings" panose="05000000000000000000" pitchFamily="2" charset="2"/>
              <a:buChar char="v"/>
            </a:pPr>
            <a:r>
              <a:rPr lang="tr-TR" dirty="0"/>
              <a:t>Mercedes sahibi kişiler ne tür özelliklere sahip? </a:t>
            </a:r>
          </a:p>
          <a:p>
            <a:pPr>
              <a:buFont typeface="Wingdings" panose="05000000000000000000" pitchFamily="2" charset="2"/>
              <a:buChar char="v"/>
            </a:pPr>
            <a:r>
              <a:rPr lang="tr-TR" dirty="0"/>
              <a:t> Bu müşteri için kredi geri ödemesi ne kadar olmalı? </a:t>
            </a:r>
          </a:p>
          <a:p>
            <a:pPr>
              <a:buFont typeface="Wingdings" panose="05000000000000000000" pitchFamily="2" charset="2"/>
              <a:buChar char="v"/>
            </a:pPr>
            <a:r>
              <a:rPr lang="tr-TR" dirty="0"/>
              <a:t> Bu işletme için iyi yeni müşteri kimdir? </a:t>
            </a:r>
          </a:p>
          <a:p>
            <a:pPr>
              <a:buFont typeface="Wingdings" panose="05000000000000000000" pitchFamily="2" charset="2"/>
              <a:buChar char="v"/>
            </a:pPr>
            <a:r>
              <a:rPr lang="tr-TR" dirty="0"/>
              <a:t>Bu makaleye benzeyen başka makaleler var mı? </a:t>
            </a:r>
          </a:p>
          <a:p>
            <a:pPr>
              <a:buFont typeface="Wingdings" panose="05000000000000000000" pitchFamily="2" charset="2"/>
              <a:buChar char="v"/>
            </a:pPr>
            <a:r>
              <a:rPr lang="tr-TR" dirty="0"/>
              <a:t> Borsa indeksinin değeri önümüzdeki ay ne olabilir? </a:t>
            </a:r>
          </a:p>
          <a:p>
            <a:pPr>
              <a:buFont typeface="Wingdings" panose="05000000000000000000" pitchFamily="2" charset="2"/>
              <a:buChar char="v"/>
            </a:pPr>
            <a:r>
              <a:rPr lang="tr-TR" dirty="0"/>
              <a:t> Otomobil alan müşterinin hangi öznitelikleri önemlidir?</a:t>
            </a:r>
          </a:p>
        </p:txBody>
      </p:sp>
      <p:sp>
        <p:nvSpPr>
          <p:cNvPr id="4" name="Alt Bilgi Yer Tutucusu 3">
            <a:extLst>
              <a:ext uri="{FF2B5EF4-FFF2-40B4-BE49-F238E27FC236}">
                <a16:creationId xmlns:a16="http://schemas.microsoft.com/office/drawing/2014/main" id="{2818C174-5D64-BB13-576A-4B6424D72DCA}"/>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2EFBC301-A409-49B7-6378-CC0C6BF14E54}"/>
              </a:ext>
            </a:extLst>
          </p:cNvPr>
          <p:cNvSpPr>
            <a:spLocks noGrp="1"/>
          </p:cNvSpPr>
          <p:nvPr>
            <p:ph type="sldNum" sz="quarter" idx="12"/>
          </p:nvPr>
        </p:nvSpPr>
        <p:spPr/>
        <p:txBody>
          <a:bodyPr/>
          <a:lstStyle/>
          <a:p>
            <a:fld id="{CAD58A22-19B7-4B53-A5D7-CAF60E6DE0A4}" type="slidenum">
              <a:rPr lang="tr-TR" smtClean="0"/>
              <a:t>15</a:t>
            </a:fld>
            <a:endParaRPr lang="tr-TR"/>
          </a:p>
        </p:txBody>
      </p:sp>
      <p:sp>
        <p:nvSpPr>
          <p:cNvPr id="7" name="Metin kutusu 6">
            <a:extLst>
              <a:ext uri="{FF2B5EF4-FFF2-40B4-BE49-F238E27FC236}">
                <a16:creationId xmlns:a16="http://schemas.microsoft.com/office/drawing/2014/main" id="{30057AEA-F15D-6C90-F5B4-13BCE9C16DF9}"/>
              </a:ext>
            </a:extLst>
          </p:cNvPr>
          <p:cNvSpPr txBox="1"/>
          <p:nvPr/>
        </p:nvSpPr>
        <p:spPr>
          <a:xfrm>
            <a:off x="6213764" y="1792911"/>
            <a:ext cx="4998720" cy="3483005"/>
          </a:xfrm>
          <a:prstGeom prst="rect">
            <a:avLst/>
          </a:prstGeom>
          <a:noFill/>
        </p:spPr>
        <p:txBody>
          <a:bodyPr wrap="square">
            <a:spAutoFit/>
          </a:bodyPr>
          <a:lstStyle/>
          <a:p>
            <a:pPr marL="91440" indent="-91440" defTabSz="914400">
              <a:lnSpc>
                <a:spcPct val="90000"/>
              </a:lnSpc>
              <a:spcBef>
                <a:spcPts val="1200"/>
              </a:spcBef>
              <a:spcAft>
                <a:spcPts val="200"/>
              </a:spcAft>
              <a:buClr>
                <a:schemeClr val="accent1"/>
              </a:buClr>
              <a:buSzPct val="100000"/>
              <a:buFont typeface="Wingdings" panose="05000000000000000000" pitchFamily="2" charset="2"/>
              <a:buChar char="v"/>
            </a:pPr>
            <a:r>
              <a:rPr lang="tr-TR" sz="2000" dirty="0">
                <a:solidFill>
                  <a:schemeClr val="tx1">
                    <a:lumMod val="75000"/>
                    <a:lumOff val="25000"/>
                  </a:schemeClr>
                </a:solidFill>
              </a:rPr>
              <a:t>Hangi ürün promosyonlarının karlılık  üzerindeki etkisi en yüksek? </a:t>
            </a:r>
          </a:p>
          <a:p>
            <a:pPr marL="91440" indent="-91440" defTabSz="914400">
              <a:lnSpc>
                <a:spcPct val="90000"/>
              </a:lnSpc>
              <a:spcBef>
                <a:spcPts val="1200"/>
              </a:spcBef>
              <a:spcAft>
                <a:spcPts val="200"/>
              </a:spcAft>
              <a:buClr>
                <a:schemeClr val="accent1"/>
              </a:buClr>
              <a:buSzPct val="100000"/>
              <a:buFont typeface="Wingdings" panose="05000000000000000000" pitchFamily="2" charset="2"/>
              <a:buChar char="v"/>
            </a:pPr>
            <a:r>
              <a:rPr lang="tr-TR" sz="2000" dirty="0">
                <a:solidFill>
                  <a:schemeClr val="tx1">
                    <a:lumMod val="75000"/>
                    <a:lumOff val="25000"/>
                  </a:schemeClr>
                </a:solidFill>
              </a:rPr>
              <a:t>En iyi ürün dağıtım kanalı hangisi?</a:t>
            </a:r>
          </a:p>
          <a:p>
            <a:pPr marL="91440" indent="-91440" defTabSz="914400">
              <a:lnSpc>
                <a:spcPct val="90000"/>
              </a:lnSpc>
              <a:spcBef>
                <a:spcPts val="1200"/>
              </a:spcBef>
              <a:spcAft>
                <a:spcPts val="200"/>
              </a:spcAft>
              <a:buClr>
                <a:schemeClr val="accent1"/>
              </a:buClr>
              <a:buSzPct val="100000"/>
              <a:buFont typeface="Wingdings" panose="05000000000000000000" pitchFamily="2" charset="2"/>
              <a:buChar char="v"/>
            </a:pPr>
            <a:r>
              <a:rPr lang="tr-TR" sz="2000" dirty="0">
                <a:solidFill>
                  <a:schemeClr val="tx1">
                    <a:lumMod val="75000"/>
                    <a:lumOff val="25000"/>
                  </a:schemeClr>
                </a:solidFill>
              </a:rPr>
              <a:t> Semptomlar ve hastalıklar arasındaki ilişkilerin keşfi </a:t>
            </a:r>
          </a:p>
          <a:p>
            <a:pPr marL="91440" indent="-91440" defTabSz="914400">
              <a:lnSpc>
                <a:spcPct val="90000"/>
              </a:lnSpc>
              <a:spcBef>
                <a:spcPts val="1200"/>
              </a:spcBef>
              <a:spcAft>
                <a:spcPts val="200"/>
              </a:spcAft>
              <a:buClr>
                <a:schemeClr val="accent1"/>
              </a:buClr>
              <a:buSzPct val="100000"/>
              <a:buFont typeface="Wingdings" panose="05000000000000000000" pitchFamily="2" charset="2"/>
              <a:buChar char="v"/>
            </a:pPr>
            <a:r>
              <a:rPr lang="tr-TR" sz="2000" dirty="0">
                <a:solidFill>
                  <a:schemeClr val="tx1">
                    <a:lumMod val="75000"/>
                    <a:lumOff val="25000"/>
                  </a:schemeClr>
                </a:solidFill>
              </a:rPr>
              <a:t> Keşfedilen bu yeni canlı hangi sınıfa ait? </a:t>
            </a:r>
          </a:p>
          <a:p>
            <a:pPr marL="91440" indent="-91440" defTabSz="914400">
              <a:lnSpc>
                <a:spcPct val="90000"/>
              </a:lnSpc>
              <a:spcBef>
                <a:spcPts val="1200"/>
              </a:spcBef>
              <a:spcAft>
                <a:spcPts val="200"/>
              </a:spcAft>
              <a:buClr>
                <a:schemeClr val="accent1"/>
              </a:buClr>
              <a:buSzPct val="100000"/>
              <a:buFont typeface="Wingdings" panose="05000000000000000000" pitchFamily="2" charset="2"/>
              <a:buChar char="v"/>
            </a:pPr>
            <a:r>
              <a:rPr lang="tr-TR" sz="2000" dirty="0">
                <a:solidFill>
                  <a:schemeClr val="tx1">
                    <a:lumMod val="75000"/>
                    <a:lumOff val="25000"/>
                  </a:schemeClr>
                </a:solidFill>
              </a:rPr>
              <a:t> Market raflarındaki ürünler nasıl dizilmeli? </a:t>
            </a:r>
          </a:p>
          <a:p>
            <a:pPr marL="91440" indent="-91440" defTabSz="914400">
              <a:lnSpc>
                <a:spcPct val="90000"/>
              </a:lnSpc>
              <a:spcBef>
                <a:spcPts val="1200"/>
              </a:spcBef>
              <a:spcAft>
                <a:spcPts val="200"/>
              </a:spcAft>
              <a:buClr>
                <a:schemeClr val="accent1"/>
              </a:buClr>
              <a:buSzPct val="100000"/>
              <a:buFont typeface="Wingdings" panose="05000000000000000000" pitchFamily="2" charset="2"/>
              <a:buChar char="v"/>
            </a:pPr>
            <a:r>
              <a:rPr lang="tr-TR" sz="2000" dirty="0">
                <a:solidFill>
                  <a:schemeClr val="tx1">
                    <a:lumMod val="75000"/>
                    <a:lumOff val="25000"/>
                  </a:schemeClr>
                </a:solidFill>
              </a:rPr>
              <a:t>ATM’de günlük olarak ne kadar para tutulmalı?</a:t>
            </a:r>
          </a:p>
        </p:txBody>
      </p:sp>
    </p:spTree>
    <p:extLst>
      <p:ext uri="{BB962C8B-B14F-4D97-AF65-F5344CB8AC3E}">
        <p14:creationId xmlns:p14="http://schemas.microsoft.com/office/powerpoint/2010/main" val="2691737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903B250-BA7D-EB91-046E-97F14AFA60FF}"/>
              </a:ext>
            </a:extLst>
          </p:cNvPr>
          <p:cNvSpPr>
            <a:spLocks noGrp="1"/>
          </p:cNvSpPr>
          <p:nvPr>
            <p:ph type="title"/>
          </p:nvPr>
        </p:nvSpPr>
        <p:spPr>
          <a:xfrm>
            <a:off x="1097280" y="286603"/>
            <a:ext cx="10058400" cy="650375"/>
          </a:xfrm>
        </p:spPr>
        <p:txBody>
          <a:bodyPr>
            <a:normAutofit fontScale="90000"/>
          </a:bodyPr>
          <a:lstStyle/>
          <a:p>
            <a:r>
              <a:rPr lang="tr-TR" dirty="0"/>
              <a:t>Veri Madenciliği Yöntemleri</a:t>
            </a:r>
          </a:p>
        </p:txBody>
      </p:sp>
      <p:sp>
        <p:nvSpPr>
          <p:cNvPr id="4" name="Alt Bilgi Yer Tutucusu 3">
            <a:extLst>
              <a:ext uri="{FF2B5EF4-FFF2-40B4-BE49-F238E27FC236}">
                <a16:creationId xmlns:a16="http://schemas.microsoft.com/office/drawing/2014/main" id="{13C8F561-37BF-1D9C-F30A-341CEFDAA63B}"/>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A42B4C05-0DE8-153F-3A7A-CBCD31793658}"/>
              </a:ext>
            </a:extLst>
          </p:cNvPr>
          <p:cNvSpPr>
            <a:spLocks noGrp="1"/>
          </p:cNvSpPr>
          <p:nvPr>
            <p:ph type="sldNum" sz="quarter" idx="12"/>
          </p:nvPr>
        </p:nvSpPr>
        <p:spPr/>
        <p:txBody>
          <a:bodyPr/>
          <a:lstStyle/>
          <a:p>
            <a:fld id="{CAD58A22-19B7-4B53-A5D7-CAF60E6DE0A4}" type="slidenum">
              <a:rPr lang="tr-TR" smtClean="0"/>
              <a:t>16</a:t>
            </a:fld>
            <a:endParaRPr lang="tr-TR"/>
          </a:p>
        </p:txBody>
      </p:sp>
      <p:pic>
        <p:nvPicPr>
          <p:cNvPr id="9" name="Resim 8">
            <a:extLst>
              <a:ext uri="{FF2B5EF4-FFF2-40B4-BE49-F238E27FC236}">
                <a16:creationId xmlns:a16="http://schemas.microsoft.com/office/drawing/2014/main" id="{4B28DDEE-5B19-A588-37BA-3D888E530251}"/>
              </a:ext>
            </a:extLst>
          </p:cNvPr>
          <p:cNvPicPr>
            <a:picLocks noChangeAspect="1"/>
          </p:cNvPicPr>
          <p:nvPr/>
        </p:nvPicPr>
        <p:blipFill>
          <a:blip r:embed="rId2"/>
          <a:stretch>
            <a:fillRect/>
          </a:stretch>
        </p:blipFill>
        <p:spPr>
          <a:xfrm>
            <a:off x="1097280" y="875447"/>
            <a:ext cx="10058399" cy="5231842"/>
          </a:xfrm>
          <a:prstGeom prst="rect">
            <a:avLst/>
          </a:prstGeom>
        </p:spPr>
      </p:pic>
    </p:spTree>
    <p:extLst>
      <p:ext uri="{BB962C8B-B14F-4D97-AF65-F5344CB8AC3E}">
        <p14:creationId xmlns:p14="http://schemas.microsoft.com/office/powerpoint/2010/main" val="1092486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B6EF596-4085-545B-C3EF-CD11820EC741}"/>
              </a:ext>
            </a:extLst>
          </p:cNvPr>
          <p:cNvSpPr>
            <a:spLocks noGrp="1"/>
          </p:cNvSpPr>
          <p:nvPr>
            <p:ph type="title"/>
          </p:nvPr>
        </p:nvSpPr>
        <p:spPr/>
        <p:txBody>
          <a:bodyPr/>
          <a:lstStyle/>
          <a:p>
            <a:r>
              <a:rPr lang="tr-TR" dirty="0"/>
              <a:t>İstatistik &amp; Makine Öğrenmesi &amp; Veri Madenciliği</a:t>
            </a:r>
          </a:p>
        </p:txBody>
      </p:sp>
      <p:sp>
        <p:nvSpPr>
          <p:cNvPr id="3" name="İçerik Yer Tutucusu 2">
            <a:extLst>
              <a:ext uri="{FF2B5EF4-FFF2-40B4-BE49-F238E27FC236}">
                <a16:creationId xmlns:a16="http://schemas.microsoft.com/office/drawing/2014/main" id="{A57251A0-18B2-A083-899C-95638B540D49}"/>
              </a:ext>
            </a:extLst>
          </p:cNvPr>
          <p:cNvSpPr>
            <a:spLocks noGrp="1"/>
          </p:cNvSpPr>
          <p:nvPr>
            <p:ph idx="1"/>
          </p:nvPr>
        </p:nvSpPr>
        <p:spPr/>
        <p:txBody>
          <a:bodyPr>
            <a:normAutofit/>
          </a:bodyPr>
          <a:lstStyle/>
          <a:p>
            <a:r>
              <a:rPr lang="tr-TR" dirty="0"/>
              <a:t>İstatistik</a:t>
            </a:r>
          </a:p>
          <a:p>
            <a:pPr lvl="1"/>
            <a:r>
              <a:rPr lang="tr-TR" dirty="0"/>
              <a:t>daha çok teoriye dayalı yaklaşımlar</a:t>
            </a:r>
          </a:p>
          <a:p>
            <a:pPr lvl="1"/>
            <a:r>
              <a:rPr lang="tr-TR" dirty="0"/>
              <a:t>bir varsayımın doğruluğunu araştırır</a:t>
            </a:r>
          </a:p>
          <a:p>
            <a:r>
              <a:rPr lang="tr-TR" dirty="0"/>
              <a:t>Makine Öğrenmesi</a:t>
            </a:r>
          </a:p>
          <a:p>
            <a:pPr lvl="1"/>
            <a:r>
              <a:rPr lang="tr-TR" dirty="0"/>
              <a:t>daha çok sezgisel yaklaşımlar</a:t>
            </a:r>
          </a:p>
          <a:p>
            <a:pPr lvl="1"/>
            <a:r>
              <a:rPr lang="tr-TR" dirty="0"/>
              <a:t>öğrenme işleminin başarımını artırmaya çalışır</a:t>
            </a:r>
          </a:p>
          <a:p>
            <a:r>
              <a:rPr lang="tr-TR" dirty="0"/>
              <a:t>Veri madenciliği ve bilgi keşfi</a:t>
            </a:r>
          </a:p>
          <a:p>
            <a:pPr lvl="1"/>
            <a:r>
              <a:rPr lang="tr-TR" dirty="0"/>
              <a:t>teori ve sezgisel yaklaşımları birleştirir</a:t>
            </a:r>
          </a:p>
          <a:p>
            <a:pPr lvl="1"/>
            <a:r>
              <a:rPr lang="tr-TR" dirty="0"/>
              <a:t>bilgi keşfinin tüm aşamalarını gerçekler: veri temizleme, öğrenme, sonucu sunma, yorumlama,...</a:t>
            </a:r>
          </a:p>
          <a:p>
            <a:r>
              <a:rPr lang="tr-TR" dirty="0"/>
              <a:t>Aradaki ayrım net değil</a:t>
            </a:r>
          </a:p>
        </p:txBody>
      </p:sp>
      <p:sp>
        <p:nvSpPr>
          <p:cNvPr id="4" name="Alt Bilgi Yer Tutucusu 3">
            <a:extLst>
              <a:ext uri="{FF2B5EF4-FFF2-40B4-BE49-F238E27FC236}">
                <a16:creationId xmlns:a16="http://schemas.microsoft.com/office/drawing/2014/main" id="{0C6A6D9B-C01D-FAF5-59DB-8DB1D7E76E81}"/>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1C72040E-777F-FCA4-8605-E179033787C0}"/>
              </a:ext>
            </a:extLst>
          </p:cNvPr>
          <p:cNvSpPr>
            <a:spLocks noGrp="1"/>
          </p:cNvSpPr>
          <p:nvPr>
            <p:ph type="sldNum" sz="quarter" idx="12"/>
          </p:nvPr>
        </p:nvSpPr>
        <p:spPr/>
        <p:txBody>
          <a:bodyPr/>
          <a:lstStyle/>
          <a:p>
            <a:fld id="{CAD58A22-19B7-4B53-A5D7-CAF60E6DE0A4}" type="slidenum">
              <a:rPr lang="tr-TR" smtClean="0"/>
              <a:t>17</a:t>
            </a:fld>
            <a:endParaRPr lang="tr-TR"/>
          </a:p>
        </p:txBody>
      </p:sp>
    </p:spTree>
    <p:extLst>
      <p:ext uri="{BB962C8B-B14F-4D97-AF65-F5344CB8AC3E}">
        <p14:creationId xmlns:p14="http://schemas.microsoft.com/office/powerpoint/2010/main" val="4163216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A518529-A1A6-CD14-56CD-A44DC1ABDDA3}"/>
              </a:ext>
            </a:extLst>
          </p:cNvPr>
          <p:cNvSpPr>
            <a:spLocks noGrp="1"/>
          </p:cNvSpPr>
          <p:nvPr>
            <p:ph type="title"/>
          </p:nvPr>
        </p:nvSpPr>
        <p:spPr/>
        <p:txBody>
          <a:bodyPr/>
          <a:lstStyle/>
          <a:p>
            <a:r>
              <a:rPr lang="tr-TR" dirty="0"/>
              <a:t>Öngörü(Tahmin) Yöntemleri</a:t>
            </a:r>
          </a:p>
        </p:txBody>
      </p:sp>
      <p:sp>
        <p:nvSpPr>
          <p:cNvPr id="3" name="İçerik Yer Tutucusu 2">
            <a:extLst>
              <a:ext uri="{FF2B5EF4-FFF2-40B4-BE49-F238E27FC236}">
                <a16:creationId xmlns:a16="http://schemas.microsoft.com/office/drawing/2014/main" id="{F2B4F122-06D5-4896-5C2E-8B7D98913DAA}"/>
              </a:ext>
            </a:extLst>
          </p:cNvPr>
          <p:cNvSpPr>
            <a:spLocks noGrp="1"/>
          </p:cNvSpPr>
          <p:nvPr>
            <p:ph idx="1"/>
          </p:nvPr>
        </p:nvSpPr>
        <p:spPr/>
        <p:txBody>
          <a:bodyPr>
            <a:normAutofit/>
          </a:bodyPr>
          <a:lstStyle/>
          <a:p>
            <a:pPr>
              <a:buFont typeface="Wingdings" panose="05000000000000000000" pitchFamily="2" charset="2"/>
              <a:buChar char="§"/>
            </a:pPr>
            <a:r>
              <a:rPr lang="tr-TR" sz="2400" dirty="0"/>
              <a:t>Öngörü Yöntemleri sonuçları bilinen verilerden hareket ederek bir model geliştirilmesi ve bu modelden faydalanılarak sonuçları bilinmeyen veriler için tahmin etme amaçlanır. </a:t>
            </a:r>
          </a:p>
          <a:p>
            <a:pPr>
              <a:buFont typeface="Wingdings" panose="05000000000000000000" pitchFamily="2" charset="2"/>
              <a:buChar char="§"/>
            </a:pPr>
            <a:r>
              <a:rPr lang="tr-TR" sz="2400" dirty="0"/>
              <a:t>Eldeki verilerin benzer özniteliklerine göre bilinmeyen değerlerin tahmin edilmesi </a:t>
            </a:r>
          </a:p>
          <a:p>
            <a:pPr>
              <a:buFont typeface="Wingdings" panose="05000000000000000000" pitchFamily="2" charset="2"/>
              <a:buChar char="§"/>
            </a:pPr>
            <a:r>
              <a:rPr lang="tr-TR" sz="2400" dirty="0"/>
              <a:t>Yeni bir verinin özniteliklerine göre daha önce belirlenmiş sınıflardan hangisine girebileceğinin belirlenmesi</a:t>
            </a:r>
          </a:p>
          <a:p>
            <a:r>
              <a:rPr lang="tr-TR" sz="2400" dirty="0"/>
              <a:t>Örneğin ; Bir bankanın , ilk 3 taksitinden 2 veya daha fazlasını geç ödeyen müşterileri için %75 ‘inin krediyi geri ödeyememesine dayalı tahmini bu modele örnek olarak verilebilir.</a:t>
            </a:r>
          </a:p>
          <a:p>
            <a:endParaRPr lang="tr-TR" sz="2400" dirty="0"/>
          </a:p>
        </p:txBody>
      </p:sp>
      <p:sp>
        <p:nvSpPr>
          <p:cNvPr id="4" name="Alt Bilgi Yer Tutucusu 3">
            <a:extLst>
              <a:ext uri="{FF2B5EF4-FFF2-40B4-BE49-F238E27FC236}">
                <a16:creationId xmlns:a16="http://schemas.microsoft.com/office/drawing/2014/main" id="{02404ABB-8CA6-F43C-16E2-43E937CFC7F9}"/>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2326F7AF-E2E2-350E-E917-63F204D6C2C0}"/>
              </a:ext>
            </a:extLst>
          </p:cNvPr>
          <p:cNvSpPr>
            <a:spLocks noGrp="1"/>
          </p:cNvSpPr>
          <p:nvPr>
            <p:ph type="sldNum" sz="quarter" idx="12"/>
          </p:nvPr>
        </p:nvSpPr>
        <p:spPr/>
        <p:txBody>
          <a:bodyPr/>
          <a:lstStyle/>
          <a:p>
            <a:fld id="{CAD58A22-19B7-4B53-A5D7-CAF60E6DE0A4}" type="slidenum">
              <a:rPr lang="tr-TR" smtClean="0"/>
              <a:t>18</a:t>
            </a:fld>
            <a:endParaRPr lang="tr-TR"/>
          </a:p>
        </p:txBody>
      </p:sp>
    </p:spTree>
    <p:extLst>
      <p:ext uri="{BB962C8B-B14F-4D97-AF65-F5344CB8AC3E}">
        <p14:creationId xmlns:p14="http://schemas.microsoft.com/office/powerpoint/2010/main" val="30027107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B0A71AD-5467-0457-82D5-5AD49299C4D6}"/>
              </a:ext>
            </a:extLst>
          </p:cNvPr>
          <p:cNvSpPr>
            <a:spLocks noGrp="1"/>
          </p:cNvSpPr>
          <p:nvPr>
            <p:ph type="title"/>
          </p:nvPr>
        </p:nvSpPr>
        <p:spPr/>
        <p:txBody>
          <a:bodyPr/>
          <a:lstStyle/>
          <a:p>
            <a:r>
              <a:rPr lang="tr-TR" dirty="0"/>
              <a:t>Tanımlayıcı Yöntemler</a:t>
            </a:r>
          </a:p>
        </p:txBody>
      </p:sp>
      <p:sp>
        <p:nvSpPr>
          <p:cNvPr id="3" name="İçerik Yer Tutucusu 2">
            <a:extLst>
              <a:ext uri="{FF2B5EF4-FFF2-40B4-BE49-F238E27FC236}">
                <a16:creationId xmlns:a16="http://schemas.microsoft.com/office/drawing/2014/main" id="{FC91826F-0544-58D7-71AC-FE959DFA7178}"/>
              </a:ext>
            </a:extLst>
          </p:cNvPr>
          <p:cNvSpPr>
            <a:spLocks noGrp="1"/>
          </p:cNvSpPr>
          <p:nvPr>
            <p:ph idx="1"/>
          </p:nvPr>
        </p:nvSpPr>
        <p:spPr/>
        <p:txBody>
          <a:bodyPr/>
          <a:lstStyle/>
          <a:p>
            <a:r>
              <a:rPr lang="tr-TR" dirty="0"/>
              <a:t>Tanımlayıcı yöntemler ise mevcut verilerin tanımlanmasını sağlamak olarak ifade edilebilir.  Geliri A-B aralığında ve arabası olan çocuklu aileler ile geliri A-B aralığından düşük çocuğu olmayan ailelerin satın alma örüntülerinin birbirine benzerlik göstermesinin saptanması bu modele örnek olarak verilebilir.</a:t>
            </a:r>
          </a:p>
          <a:p>
            <a:r>
              <a:rPr lang="tr-TR" dirty="0"/>
              <a:t>Veri madenciliğinin işlevlerine göre;</a:t>
            </a:r>
          </a:p>
          <a:p>
            <a:pPr>
              <a:buFont typeface="Wingdings" panose="05000000000000000000" pitchFamily="2" charset="2"/>
              <a:buChar char="q"/>
            </a:pPr>
            <a:r>
              <a:rPr lang="tr-TR" dirty="0"/>
              <a:t> Sınıflama ve Regresyon </a:t>
            </a:r>
          </a:p>
          <a:p>
            <a:pPr>
              <a:buFont typeface="Wingdings" panose="05000000000000000000" pitchFamily="2" charset="2"/>
              <a:buChar char="q"/>
            </a:pPr>
            <a:r>
              <a:rPr lang="tr-TR" dirty="0"/>
              <a:t> Kümeleme </a:t>
            </a:r>
          </a:p>
          <a:p>
            <a:pPr>
              <a:buFont typeface="Wingdings" panose="05000000000000000000" pitchFamily="2" charset="2"/>
              <a:buChar char="q"/>
            </a:pPr>
            <a:r>
              <a:rPr lang="tr-TR" dirty="0"/>
              <a:t> Birliktelik Kuralları ve Ardışık Zamanlı Örüntüler olarak 3 ana başlıkta incelemek mümkündür. Sınıflama ve Regresyon yöntemleri öngörücü; Kümeleme, Birliktelik Kuralları ve Ardışık Zamanlı Örüntü yöntemleri ise tanımlayıcı yöntemlerdir.</a:t>
            </a:r>
          </a:p>
        </p:txBody>
      </p:sp>
      <p:sp>
        <p:nvSpPr>
          <p:cNvPr id="4" name="Alt Bilgi Yer Tutucusu 3">
            <a:extLst>
              <a:ext uri="{FF2B5EF4-FFF2-40B4-BE49-F238E27FC236}">
                <a16:creationId xmlns:a16="http://schemas.microsoft.com/office/drawing/2014/main" id="{2D3A2068-5313-3325-2A8B-5F7BEECC846B}"/>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685E23B6-FB48-F87D-655A-A17F57E52222}"/>
              </a:ext>
            </a:extLst>
          </p:cNvPr>
          <p:cNvSpPr>
            <a:spLocks noGrp="1"/>
          </p:cNvSpPr>
          <p:nvPr>
            <p:ph type="sldNum" sz="quarter" idx="12"/>
          </p:nvPr>
        </p:nvSpPr>
        <p:spPr/>
        <p:txBody>
          <a:bodyPr/>
          <a:lstStyle/>
          <a:p>
            <a:fld id="{CAD58A22-19B7-4B53-A5D7-CAF60E6DE0A4}" type="slidenum">
              <a:rPr lang="tr-TR" smtClean="0"/>
              <a:t>19</a:t>
            </a:fld>
            <a:endParaRPr lang="tr-TR"/>
          </a:p>
        </p:txBody>
      </p:sp>
    </p:spTree>
    <p:extLst>
      <p:ext uri="{BB962C8B-B14F-4D97-AF65-F5344CB8AC3E}">
        <p14:creationId xmlns:p14="http://schemas.microsoft.com/office/powerpoint/2010/main" val="3514570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4BC9286-95E8-7B69-872D-97BC2BEC2940}"/>
              </a:ext>
            </a:extLst>
          </p:cNvPr>
          <p:cNvSpPr>
            <a:spLocks noGrp="1"/>
          </p:cNvSpPr>
          <p:nvPr>
            <p:ph type="title"/>
          </p:nvPr>
        </p:nvSpPr>
        <p:spPr/>
        <p:txBody>
          <a:bodyPr/>
          <a:lstStyle/>
          <a:p>
            <a:r>
              <a:rPr lang="tr-TR" dirty="0"/>
              <a:t>Sınıflama</a:t>
            </a:r>
          </a:p>
        </p:txBody>
      </p:sp>
      <p:sp>
        <p:nvSpPr>
          <p:cNvPr id="3" name="İçerik Yer Tutucusu 2">
            <a:extLst>
              <a:ext uri="{FF2B5EF4-FFF2-40B4-BE49-F238E27FC236}">
                <a16:creationId xmlns:a16="http://schemas.microsoft.com/office/drawing/2014/main" id="{78A507B0-FCB9-D610-271B-2990B273A216}"/>
              </a:ext>
            </a:extLst>
          </p:cNvPr>
          <p:cNvSpPr>
            <a:spLocks noGrp="1"/>
          </p:cNvSpPr>
          <p:nvPr>
            <p:ph idx="1"/>
          </p:nvPr>
        </p:nvSpPr>
        <p:spPr/>
        <p:txBody>
          <a:bodyPr/>
          <a:lstStyle/>
          <a:p>
            <a:r>
              <a:rPr lang="tr-TR" dirty="0"/>
              <a:t>Veriyi önceden belirlenmiş sınıflardan birine dahil ederek bölümlendirme işlemidir.</a:t>
            </a:r>
          </a:p>
          <a:p>
            <a:pPr marL="0" indent="0">
              <a:buNone/>
            </a:pPr>
            <a:r>
              <a:rPr lang="tr-TR" dirty="0"/>
              <a:t> Örneğin : Kızlar pembe, erkeklere mavi kıyafet giyer gibi…</a:t>
            </a:r>
          </a:p>
          <a:p>
            <a:pPr marL="0" indent="0">
              <a:buNone/>
            </a:pPr>
            <a:endParaRPr lang="tr-TR" dirty="0"/>
          </a:p>
          <a:p>
            <a:pPr marL="0" indent="0">
              <a:buNone/>
            </a:pPr>
            <a:r>
              <a:rPr lang="tr-TR" dirty="0"/>
              <a:t>Uygulama Örneği: </a:t>
            </a:r>
          </a:p>
          <a:p>
            <a:pPr>
              <a:buFont typeface="Courier New" panose="02070309020205020404" pitchFamily="49" charset="0"/>
              <a:buChar char="o"/>
            </a:pPr>
            <a:r>
              <a:rPr lang="tr-TR" dirty="0"/>
              <a:t>BMW sahibi kişilerin diğerlerine göre bariz özellikleri nelerdir?</a:t>
            </a:r>
          </a:p>
          <a:p>
            <a:pPr>
              <a:buFont typeface="Courier New" panose="02070309020205020404" pitchFamily="49" charset="0"/>
              <a:buChar char="o"/>
            </a:pPr>
            <a:r>
              <a:rPr lang="tr-TR" dirty="0"/>
              <a:t> Kredi kartı borcunu ödememe ihtimali olan müşteriler kimlerdir? </a:t>
            </a:r>
          </a:p>
          <a:p>
            <a:pPr>
              <a:buFont typeface="Courier New" panose="02070309020205020404" pitchFamily="49" charset="0"/>
              <a:buChar char="o"/>
            </a:pPr>
            <a:r>
              <a:rPr lang="tr-TR" dirty="0"/>
              <a:t>Daha sonra incelenmesi gereken şüpheli işlemler nelerdir? </a:t>
            </a:r>
          </a:p>
        </p:txBody>
      </p:sp>
      <p:sp>
        <p:nvSpPr>
          <p:cNvPr id="4" name="Alt Bilgi Yer Tutucusu 3">
            <a:extLst>
              <a:ext uri="{FF2B5EF4-FFF2-40B4-BE49-F238E27FC236}">
                <a16:creationId xmlns:a16="http://schemas.microsoft.com/office/drawing/2014/main" id="{2006BF69-0F53-B0D4-FA7A-01CA2446FAF4}"/>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90D9573F-2BE1-C94B-6614-34AB2B0E435B}"/>
              </a:ext>
            </a:extLst>
          </p:cNvPr>
          <p:cNvSpPr>
            <a:spLocks noGrp="1"/>
          </p:cNvSpPr>
          <p:nvPr>
            <p:ph type="sldNum" sz="quarter" idx="12"/>
          </p:nvPr>
        </p:nvSpPr>
        <p:spPr/>
        <p:txBody>
          <a:bodyPr/>
          <a:lstStyle/>
          <a:p>
            <a:fld id="{CAD58A22-19B7-4B53-A5D7-CAF60E6DE0A4}" type="slidenum">
              <a:rPr lang="tr-TR" smtClean="0"/>
              <a:t>20</a:t>
            </a:fld>
            <a:endParaRPr lang="tr-TR"/>
          </a:p>
        </p:txBody>
      </p:sp>
    </p:spTree>
    <p:extLst>
      <p:ext uri="{BB962C8B-B14F-4D97-AF65-F5344CB8AC3E}">
        <p14:creationId xmlns:p14="http://schemas.microsoft.com/office/powerpoint/2010/main" val="4824026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E433723-04D0-8074-DEC4-272034748141}"/>
              </a:ext>
            </a:extLst>
          </p:cNvPr>
          <p:cNvSpPr>
            <a:spLocks noGrp="1"/>
          </p:cNvSpPr>
          <p:nvPr>
            <p:ph type="title"/>
          </p:nvPr>
        </p:nvSpPr>
        <p:spPr>
          <a:xfrm>
            <a:off x="1097280" y="286604"/>
            <a:ext cx="8637029" cy="725378"/>
          </a:xfrm>
        </p:spPr>
        <p:txBody>
          <a:bodyPr/>
          <a:lstStyle/>
          <a:p>
            <a:r>
              <a:rPr lang="tr-TR" dirty="0"/>
              <a:t>Sınıflama</a:t>
            </a:r>
          </a:p>
        </p:txBody>
      </p:sp>
      <p:pic>
        <p:nvPicPr>
          <p:cNvPr id="7" name="İçerik Yer Tutucusu 6">
            <a:extLst>
              <a:ext uri="{FF2B5EF4-FFF2-40B4-BE49-F238E27FC236}">
                <a16:creationId xmlns:a16="http://schemas.microsoft.com/office/drawing/2014/main" id="{0D6C0C40-CCDA-0A62-45BC-DA58E96082B1}"/>
              </a:ext>
            </a:extLst>
          </p:cNvPr>
          <p:cNvPicPr>
            <a:picLocks noGrp="1" noChangeAspect="1"/>
          </p:cNvPicPr>
          <p:nvPr>
            <p:ph idx="1"/>
          </p:nvPr>
        </p:nvPicPr>
        <p:blipFill>
          <a:blip r:embed="rId2"/>
          <a:stretch>
            <a:fillRect/>
          </a:stretch>
        </p:blipFill>
        <p:spPr>
          <a:xfrm>
            <a:off x="1097279" y="1096718"/>
            <a:ext cx="10115203" cy="5278331"/>
          </a:xfrm>
        </p:spPr>
      </p:pic>
      <p:sp>
        <p:nvSpPr>
          <p:cNvPr id="4" name="Alt Bilgi Yer Tutucusu 3">
            <a:extLst>
              <a:ext uri="{FF2B5EF4-FFF2-40B4-BE49-F238E27FC236}">
                <a16:creationId xmlns:a16="http://schemas.microsoft.com/office/drawing/2014/main" id="{6A220EA6-CC05-584C-11C1-C0E4C6F89A19}"/>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FDF2B65C-B7BC-F157-7DF4-78D9B5223F9A}"/>
              </a:ext>
            </a:extLst>
          </p:cNvPr>
          <p:cNvSpPr>
            <a:spLocks noGrp="1"/>
          </p:cNvSpPr>
          <p:nvPr>
            <p:ph type="sldNum" sz="quarter" idx="12"/>
          </p:nvPr>
        </p:nvSpPr>
        <p:spPr/>
        <p:txBody>
          <a:bodyPr/>
          <a:lstStyle/>
          <a:p>
            <a:fld id="{CAD58A22-19B7-4B53-A5D7-CAF60E6DE0A4}" type="slidenum">
              <a:rPr lang="tr-TR" smtClean="0"/>
              <a:t>21</a:t>
            </a:fld>
            <a:endParaRPr lang="tr-TR"/>
          </a:p>
        </p:txBody>
      </p:sp>
    </p:spTree>
    <p:extLst>
      <p:ext uri="{BB962C8B-B14F-4D97-AF65-F5344CB8AC3E}">
        <p14:creationId xmlns:p14="http://schemas.microsoft.com/office/powerpoint/2010/main" val="31544163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1F1733A-D299-CFBD-024F-93AE0A030C7E}"/>
              </a:ext>
            </a:extLst>
          </p:cNvPr>
          <p:cNvSpPr>
            <a:spLocks noGrp="1"/>
          </p:cNvSpPr>
          <p:nvPr>
            <p:ph type="title"/>
          </p:nvPr>
        </p:nvSpPr>
        <p:spPr/>
        <p:txBody>
          <a:bodyPr/>
          <a:lstStyle/>
          <a:p>
            <a:r>
              <a:rPr lang="tr-TR" dirty="0"/>
              <a:t>Regresyon :</a:t>
            </a:r>
          </a:p>
        </p:txBody>
      </p:sp>
      <p:sp>
        <p:nvSpPr>
          <p:cNvPr id="3" name="İçerik Yer Tutucusu 2">
            <a:extLst>
              <a:ext uri="{FF2B5EF4-FFF2-40B4-BE49-F238E27FC236}">
                <a16:creationId xmlns:a16="http://schemas.microsoft.com/office/drawing/2014/main" id="{E8382815-8976-A29B-D4FE-940CB532C072}"/>
              </a:ext>
            </a:extLst>
          </p:cNvPr>
          <p:cNvSpPr>
            <a:spLocks noGrp="1"/>
          </p:cNvSpPr>
          <p:nvPr>
            <p:ph idx="1"/>
          </p:nvPr>
        </p:nvSpPr>
        <p:spPr/>
        <p:txBody>
          <a:bodyPr>
            <a:normAutofit/>
          </a:bodyPr>
          <a:lstStyle/>
          <a:p>
            <a:r>
              <a:rPr lang="tr-TR" sz="2100" dirty="0"/>
              <a:t>Regresyon analizi, iki ya da daha çok nicel değişken arasındaki ilişkiyi ölçmek için kullanılan analiz metodudur. Kısaca : Veriyi </a:t>
            </a:r>
            <a:r>
              <a:rPr lang="tr-TR" sz="2100" dirty="0" err="1"/>
              <a:t>gerçel</a:t>
            </a:r>
            <a:r>
              <a:rPr lang="tr-TR" sz="2100" dirty="0"/>
              <a:t> değerli bir fonksiyona dönüştürmedir.  </a:t>
            </a:r>
          </a:p>
          <a:p>
            <a:r>
              <a:rPr lang="tr-TR" dirty="0"/>
              <a:t>Örneğin : Vizeden 90 alan dersten geçmeli veya evi ve arabası olan krediyi öder gibi…</a:t>
            </a:r>
          </a:p>
          <a:p>
            <a:r>
              <a:rPr lang="tr-TR" dirty="0"/>
              <a:t>Uygulama Örneği: </a:t>
            </a:r>
          </a:p>
          <a:p>
            <a:pPr lvl="1">
              <a:buFont typeface="Wingdings" panose="05000000000000000000" pitchFamily="2" charset="2"/>
              <a:buChar char="q"/>
            </a:pPr>
            <a:r>
              <a:rPr lang="tr-TR" dirty="0"/>
              <a:t>Herhangi bir gün için dünya çapında test sürüşü isteklerimiz kaç tane olacak?</a:t>
            </a:r>
          </a:p>
          <a:p>
            <a:pPr lvl="1">
              <a:buFont typeface="Wingdings" panose="05000000000000000000" pitchFamily="2" charset="2"/>
              <a:buChar char="q"/>
            </a:pPr>
            <a:r>
              <a:rPr lang="tr-TR" dirty="0"/>
              <a:t>Perakende mağazaları mevsim ve promosyonlara bağlı olarak hangi üründen kaç adet istemeliyiz?</a:t>
            </a:r>
          </a:p>
          <a:p>
            <a:pPr lvl="1">
              <a:buFont typeface="Wingdings" panose="05000000000000000000" pitchFamily="2" charset="2"/>
              <a:buChar char="q"/>
            </a:pPr>
            <a:r>
              <a:rPr lang="tr-TR" dirty="0"/>
              <a:t>Yeni bir otomobili satışa çıkarıldığında belli bir perakende satış mağazası bu otomobilden 1 yıl içinde kaç tane satabilir? </a:t>
            </a:r>
          </a:p>
          <a:p>
            <a:pPr lvl="1">
              <a:buFont typeface="Wingdings" panose="05000000000000000000" pitchFamily="2" charset="2"/>
              <a:buChar char="q"/>
            </a:pPr>
            <a:r>
              <a:rPr lang="tr-TR" dirty="0"/>
              <a:t>Bu müşteri için kredi geri ödemesi kaç para olacak? </a:t>
            </a:r>
          </a:p>
          <a:p>
            <a:pPr lvl="1">
              <a:buFont typeface="Wingdings" panose="05000000000000000000" pitchFamily="2" charset="2"/>
              <a:buChar char="q"/>
            </a:pPr>
            <a:r>
              <a:rPr lang="tr-TR" dirty="0"/>
              <a:t>Telefon, Mobil, TV ürünlerini birlikte satışa çıkarıldığında bunun satış fiyatı ne olacak?</a:t>
            </a:r>
          </a:p>
          <a:p>
            <a:endParaRPr lang="tr-TR" dirty="0"/>
          </a:p>
        </p:txBody>
      </p:sp>
      <p:sp>
        <p:nvSpPr>
          <p:cNvPr id="4" name="Alt Bilgi Yer Tutucusu 3">
            <a:extLst>
              <a:ext uri="{FF2B5EF4-FFF2-40B4-BE49-F238E27FC236}">
                <a16:creationId xmlns:a16="http://schemas.microsoft.com/office/drawing/2014/main" id="{958A51DF-70CF-74A2-FF32-8B4ABE851608}"/>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58EA8637-46BE-CB6D-3A7D-8C48F2E9B685}"/>
              </a:ext>
            </a:extLst>
          </p:cNvPr>
          <p:cNvSpPr>
            <a:spLocks noGrp="1"/>
          </p:cNvSpPr>
          <p:nvPr>
            <p:ph type="sldNum" sz="quarter" idx="12"/>
          </p:nvPr>
        </p:nvSpPr>
        <p:spPr/>
        <p:txBody>
          <a:bodyPr/>
          <a:lstStyle/>
          <a:p>
            <a:fld id="{CAD58A22-19B7-4B53-A5D7-CAF60E6DE0A4}" type="slidenum">
              <a:rPr lang="tr-TR" smtClean="0"/>
              <a:t>22</a:t>
            </a:fld>
            <a:endParaRPr lang="tr-TR"/>
          </a:p>
        </p:txBody>
      </p:sp>
    </p:spTree>
    <p:extLst>
      <p:ext uri="{BB962C8B-B14F-4D97-AF65-F5344CB8AC3E}">
        <p14:creationId xmlns:p14="http://schemas.microsoft.com/office/powerpoint/2010/main" val="25086490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C68C5D9-F7F2-F5FF-3A32-38939BCA56F2}"/>
              </a:ext>
            </a:extLst>
          </p:cNvPr>
          <p:cNvSpPr>
            <a:spLocks noGrp="1"/>
          </p:cNvSpPr>
          <p:nvPr>
            <p:ph type="title"/>
          </p:nvPr>
        </p:nvSpPr>
        <p:spPr/>
        <p:txBody>
          <a:bodyPr/>
          <a:lstStyle/>
          <a:p>
            <a:r>
              <a:rPr lang="tr-TR" dirty="0"/>
              <a:t>Kümeleme :</a:t>
            </a:r>
          </a:p>
        </p:txBody>
      </p:sp>
      <p:sp>
        <p:nvSpPr>
          <p:cNvPr id="3" name="İçerik Yer Tutucusu 2">
            <a:extLst>
              <a:ext uri="{FF2B5EF4-FFF2-40B4-BE49-F238E27FC236}">
                <a16:creationId xmlns:a16="http://schemas.microsoft.com/office/drawing/2014/main" id="{DE8A27F5-D4FA-70A7-2A13-C52C4DD05C8A}"/>
              </a:ext>
            </a:extLst>
          </p:cNvPr>
          <p:cNvSpPr>
            <a:spLocks noGrp="1"/>
          </p:cNvSpPr>
          <p:nvPr>
            <p:ph idx="1"/>
          </p:nvPr>
        </p:nvSpPr>
        <p:spPr/>
        <p:txBody>
          <a:bodyPr/>
          <a:lstStyle/>
          <a:p>
            <a:r>
              <a:rPr lang="tr-TR" dirty="0"/>
              <a:t>Benzer verileri aynı gurupta toplama işlemidir.</a:t>
            </a:r>
          </a:p>
          <a:p>
            <a:endParaRPr lang="tr-TR" dirty="0"/>
          </a:p>
          <a:p>
            <a:r>
              <a:rPr lang="tr-TR" dirty="0"/>
              <a:t>Örneğin:  Her birine farklı bir ürün grubu kullanılarak kampanya yapılabilecek farklı müşteri grupları oluşturmak.</a:t>
            </a:r>
          </a:p>
          <a:p>
            <a:r>
              <a:rPr lang="tr-TR" dirty="0"/>
              <a:t> İçindeki önemli terimlere bakarak birbirine en yakın/benzeyen belgeleri çıkarmak.</a:t>
            </a:r>
          </a:p>
          <a:p>
            <a:r>
              <a:rPr lang="tr-TR" dirty="0"/>
              <a:t>Önceden bilinmeyen kritik müşteri özellikleri ve önem derecelerini de ortaya çıkararak gerekli öngörüyü sağlamaktır.</a:t>
            </a:r>
          </a:p>
        </p:txBody>
      </p:sp>
      <p:sp>
        <p:nvSpPr>
          <p:cNvPr id="4" name="Alt Bilgi Yer Tutucusu 3">
            <a:extLst>
              <a:ext uri="{FF2B5EF4-FFF2-40B4-BE49-F238E27FC236}">
                <a16:creationId xmlns:a16="http://schemas.microsoft.com/office/drawing/2014/main" id="{918B3EE7-0DBA-F779-D384-8E76B0C5C75E}"/>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8EFABDD8-E632-C640-23BC-3F73760FFE45}"/>
              </a:ext>
            </a:extLst>
          </p:cNvPr>
          <p:cNvSpPr>
            <a:spLocks noGrp="1"/>
          </p:cNvSpPr>
          <p:nvPr>
            <p:ph type="sldNum" sz="quarter" idx="12"/>
          </p:nvPr>
        </p:nvSpPr>
        <p:spPr/>
        <p:txBody>
          <a:bodyPr/>
          <a:lstStyle/>
          <a:p>
            <a:fld id="{CAD58A22-19B7-4B53-A5D7-CAF60E6DE0A4}" type="slidenum">
              <a:rPr lang="tr-TR" smtClean="0"/>
              <a:t>23</a:t>
            </a:fld>
            <a:endParaRPr lang="tr-TR"/>
          </a:p>
        </p:txBody>
      </p:sp>
    </p:spTree>
    <p:extLst>
      <p:ext uri="{BB962C8B-B14F-4D97-AF65-F5344CB8AC3E}">
        <p14:creationId xmlns:p14="http://schemas.microsoft.com/office/powerpoint/2010/main" val="15394794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85CB5B8-18F7-3452-A3E7-07DA68E3112E}"/>
              </a:ext>
            </a:extLst>
          </p:cNvPr>
          <p:cNvSpPr>
            <a:spLocks noGrp="1"/>
          </p:cNvSpPr>
          <p:nvPr>
            <p:ph type="title"/>
          </p:nvPr>
        </p:nvSpPr>
        <p:spPr/>
        <p:txBody>
          <a:bodyPr/>
          <a:lstStyle/>
          <a:p>
            <a:r>
              <a:rPr lang="tr-TR" dirty="0"/>
              <a:t>Birliktelik Kuralları :</a:t>
            </a:r>
          </a:p>
        </p:txBody>
      </p:sp>
      <p:sp>
        <p:nvSpPr>
          <p:cNvPr id="3" name="İçerik Yer Tutucusu 2">
            <a:extLst>
              <a:ext uri="{FF2B5EF4-FFF2-40B4-BE49-F238E27FC236}">
                <a16:creationId xmlns:a16="http://schemas.microsoft.com/office/drawing/2014/main" id="{97F470EC-CACE-477D-5CFE-B63AAC234F19}"/>
              </a:ext>
            </a:extLst>
          </p:cNvPr>
          <p:cNvSpPr>
            <a:spLocks noGrp="1"/>
          </p:cNvSpPr>
          <p:nvPr>
            <p:ph idx="1"/>
          </p:nvPr>
        </p:nvSpPr>
        <p:spPr/>
        <p:txBody>
          <a:bodyPr/>
          <a:lstStyle/>
          <a:p>
            <a:r>
              <a:rPr lang="tr-TR" dirty="0"/>
              <a:t>Eş zamanlı olarak gerçekleşen ilişkilerin tanımlanmasında kullanılır. </a:t>
            </a:r>
          </a:p>
          <a:p>
            <a:r>
              <a:rPr lang="tr-TR" dirty="0"/>
              <a:t>Örneğin : Müşteriler sigara satın aldığında %50 ihtimalle çakmakta satın alırlar .</a:t>
            </a:r>
          </a:p>
          <a:p>
            <a:r>
              <a:rPr lang="tr-TR" dirty="0"/>
              <a:t>Mercedes sahibi kişilerin başka hangi araç ya da ürünleri var? </a:t>
            </a:r>
          </a:p>
          <a:p>
            <a:r>
              <a:rPr lang="tr-TR" dirty="0"/>
              <a:t>Market sepet analizi: </a:t>
            </a:r>
            <a:r>
              <a:rPr lang="tr-TR" dirty="0" err="1"/>
              <a:t>HepsiBurada</a:t>
            </a:r>
            <a:r>
              <a:rPr lang="tr-TR" dirty="0"/>
              <a:t> size şu ürünü öneriyor. </a:t>
            </a:r>
          </a:p>
          <a:p>
            <a:r>
              <a:rPr lang="tr-TR" dirty="0"/>
              <a:t>Yeterince müşteri tarafından bir arada alınan ürünleri tespit etme gibi </a:t>
            </a:r>
          </a:p>
        </p:txBody>
      </p:sp>
      <p:sp>
        <p:nvSpPr>
          <p:cNvPr id="4" name="Alt Bilgi Yer Tutucusu 3">
            <a:extLst>
              <a:ext uri="{FF2B5EF4-FFF2-40B4-BE49-F238E27FC236}">
                <a16:creationId xmlns:a16="http://schemas.microsoft.com/office/drawing/2014/main" id="{40E151A6-69BD-1F42-2957-ED6A4CDCA90D}"/>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B67739A3-3A8E-D903-54FD-9256A7F17FE9}"/>
              </a:ext>
            </a:extLst>
          </p:cNvPr>
          <p:cNvSpPr>
            <a:spLocks noGrp="1"/>
          </p:cNvSpPr>
          <p:nvPr>
            <p:ph type="sldNum" sz="quarter" idx="12"/>
          </p:nvPr>
        </p:nvSpPr>
        <p:spPr/>
        <p:txBody>
          <a:bodyPr/>
          <a:lstStyle/>
          <a:p>
            <a:fld id="{CAD58A22-19B7-4B53-A5D7-CAF60E6DE0A4}" type="slidenum">
              <a:rPr lang="tr-TR" smtClean="0"/>
              <a:t>24</a:t>
            </a:fld>
            <a:endParaRPr lang="tr-TR"/>
          </a:p>
        </p:txBody>
      </p:sp>
    </p:spTree>
    <p:extLst>
      <p:ext uri="{BB962C8B-B14F-4D97-AF65-F5344CB8AC3E}">
        <p14:creationId xmlns:p14="http://schemas.microsoft.com/office/powerpoint/2010/main" val="40295839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970C75A-6606-145F-7003-70717A24CF81}"/>
              </a:ext>
            </a:extLst>
          </p:cNvPr>
          <p:cNvSpPr>
            <a:spLocks noGrp="1"/>
          </p:cNvSpPr>
          <p:nvPr>
            <p:ph type="title"/>
          </p:nvPr>
        </p:nvSpPr>
        <p:spPr/>
        <p:txBody>
          <a:bodyPr/>
          <a:lstStyle/>
          <a:p>
            <a:r>
              <a:rPr lang="tr-TR" dirty="0"/>
              <a:t>Ardışık Zamanlı Örüntüler :</a:t>
            </a:r>
          </a:p>
        </p:txBody>
      </p:sp>
      <p:sp>
        <p:nvSpPr>
          <p:cNvPr id="3" name="İçerik Yer Tutucusu 2">
            <a:extLst>
              <a:ext uri="{FF2B5EF4-FFF2-40B4-BE49-F238E27FC236}">
                <a16:creationId xmlns:a16="http://schemas.microsoft.com/office/drawing/2014/main" id="{F1EDFF9E-94DC-1999-DAEF-5216EC39C578}"/>
              </a:ext>
            </a:extLst>
          </p:cNvPr>
          <p:cNvSpPr>
            <a:spLocks noGrp="1"/>
          </p:cNvSpPr>
          <p:nvPr>
            <p:ph idx="1"/>
          </p:nvPr>
        </p:nvSpPr>
        <p:spPr/>
        <p:txBody>
          <a:bodyPr/>
          <a:lstStyle/>
          <a:p>
            <a:r>
              <a:rPr lang="tr-TR" dirty="0"/>
              <a:t>Birbirleri ile ilişkisi olan ancak birbirini izleyen dönemlerde gerçekleşen ilişkilerin tanımlanmasında kullanılır. </a:t>
            </a:r>
          </a:p>
          <a:p>
            <a:endParaRPr lang="tr-TR" dirty="0"/>
          </a:p>
          <a:p>
            <a:pPr marL="0" indent="0">
              <a:buNone/>
            </a:pPr>
            <a:r>
              <a:rPr lang="tr-TR" dirty="0"/>
              <a:t> Örneğin : X ameliyatı yapıldığında 15 gün içinde %45 ihtimalle Y enfeksiyonu oluşacaktır.</a:t>
            </a:r>
          </a:p>
          <a:p>
            <a:pPr marL="0" indent="0">
              <a:buNone/>
            </a:pPr>
            <a:r>
              <a:rPr lang="tr-TR" dirty="0"/>
              <a:t>Müşterinin bir sonraki alışverişinde hangi ürünleri satın alacağının tahmin edilmesi için kullanılan örüntüler</a:t>
            </a:r>
          </a:p>
        </p:txBody>
      </p:sp>
      <p:sp>
        <p:nvSpPr>
          <p:cNvPr id="4" name="Alt Bilgi Yer Tutucusu 3">
            <a:extLst>
              <a:ext uri="{FF2B5EF4-FFF2-40B4-BE49-F238E27FC236}">
                <a16:creationId xmlns:a16="http://schemas.microsoft.com/office/drawing/2014/main" id="{062346A6-79D2-95C4-D8E2-4D1CE9DCA8AC}"/>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34A65559-47B0-5FFE-A7BA-037E2879F415}"/>
              </a:ext>
            </a:extLst>
          </p:cNvPr>
          <p:cNvSpPr>
            <a:spLocks noGrp="1"/>
          </p:cNvSpPr>
          <p:nvPr>
            <p:ph type="sldNum" sz="quarter" idx="12"/>
          </p:nvPr>
        </p:nvSpPr>
        <p:spPr/>
        <p:txBody>
          <a:bodyPr/>
          <a:lstStyle/>
          <a:p>
            <a:fld id="{CAD58A22-19B7-4B53-A5D7-CAF60E6DE0A4}" type="slidenum">
              <a:rPr lang="tr-TR" smtClean="0"/>
              <a:t>25</a:t>
            </a:fld>
            <a:endParaRPr lang="tr-TR"/>
          </a:p>
        </p:txBody>
      </p:sp>
    </p:spTree>
    <p:extLst>
      <p:ext uri="{BB962C8B-B14F-4D97-AF65-F5344CB8AC3E}">
        <p14:creationId xmlns:p14="http://schemas.microsoft.com/office/powerpoint/2010/main" val="38374595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638E1B11-1961-BE0E-47ED-AED35CFBCB4E}"/>
              </a:ext>
            </a:extLst>
          </p:cNvPr>
          <p:cNvSpPr>
            <a:spLocks noGrp="1"/>
          </p:cNvSpPr>
          <p:nvPr>
            <p:ph idx="1"/>
          </p:nvPr>
        </p:nvSpPr>
        <p:spPr/>
        <p:txBody>
          <a:bodyPr>
            <a:normAutofit/>
          </a:bodyPr>
          <a:lstStyle/>
          <a:p>
            <a:pPr algn="l"/>
            <a:r>
              <a:rPr lang="tr-TR" sz="2800" b="0" i="0" u="none" strike="noStrike" baseline="0" dirty="0">
                <a:solidFill>
                  <a:srgbClr val="000000"/>
                </a:solidFill>
                <a:latin typeface="Tahoma" panose="020B0604030504040204" pitchFamily="34" charset="0"/>
              </a:rPr>
              <a:t>Çok fazla miktarda üzerinde işlem yapılan veri var</a:t>
            </a:r>
          </a:p>
          <a:p>
            <a:pPr lvl="1"/>
            <a:r>
              <a:rPr lang="tr-TR" sz="2400" b="0" i="0" u="none" strike="noStrike" baseline="0" dirty="0">
                <a:solidFill>
                  <a:srgbClr val="000000"/>
                </a:solidFill>
                <a:latin typeface="Tahoma" panose="020B0604030504040204" pitchFamily="34" charset="0"/>
              </a:rPr>
              <a:t>Çoğunlukla farklı </a:t>
            </a:r>
            <a:r>
              <a:rPr lang="tr-TR" sz="2400" b="0" i="0" u="none" strike="noStrike" baseline="0" dirty="0" err="1">
                <a:solidFill>
                  <a:srgbClr val="000000"/>
                </a:solidFill>
                <a:latin typeface="Tahoma" panose="020B0604030504040204" pitchFamily="34" charset="0"/>
              </a:rPr>
              <a:t>veritabanlarında</a:t>
            </a:r>
            <a:r>
              <a:rPr lang="tr-TR" sz="2400" b="0" i="0" u="none" strike="noStrike" baseline="0" dirty="0">
                <a:solidFill>
                  <a:srgbClr val="000000"/>
                </a:solidFill>
                <a:latin typeface="Tahoma" panose="020B0604030504040204" pitchFamily="34" charset="0"/>
              </a:rPr>
              <a:t> ve farklı ortamlarda</a:t>
            </a:r>
          </a:p>
          <a:p>
            <a:pPr lvl="1"/>
            <a:r>
              <a:rPr lang="tr-TR" sz="2400" b="0" i="0" u="none" strike="noStrike" baseline="0" dirty="0">
                <a:solidFill>
                  <a:srgbClr val="000000"/>
                </a:solidFill>
                <a:latin typeface="Tahoma" panose="020B0604030504040204" pitchFamily="34" charset="0"/>
              </a:rPr>
              <a:t>Veri farklı formatlarda ve yerlerde (heterojen ve </a:t>
            </a:r>
            <a:r>
              <a:rPr lang="tr-TR" sz="2800" b="0" i="0" u="none" strike="noStrike" baseline="0" dirty="0">
                <a:solidFill>
                  <a:srgbClr val="000000"/>
                </a:solidFill>
                <a:latin typeface="Tahoma" panose="020B0604030504040204" pitchFamily="34" charset="0"/>
              </a:rPr>
              <a:t>dağıtık)</a:t>
            </a:r>
          </a:p>
          <a:p>
            <a:pPr algn="l"/>
            <a:r>
              <a:rPr lang="tr-TR" sz="2800" b="0" i="0" u="none" strike="noStrike" baseline="0" dirty="0">
                <a:solidFill>
                  <a:srgbClr val="000000"/>
                </a:solidFill>
                <a:latin typeface="Tahoma" panose="020B0604030504040204" pitchFamily="34" charset="0"/>
              </a:rPr>
              <a:t>Karar destek birimleri veriye sanal olarak tek bir yerden ulaşabilmeli</a:t>
            </a:r>
          </a:p>
          <a:p>
            <a:pPr lvl="1"/>
            <a:r>
              <a:rPr lang="tr-TR" sz="2400" b="0" i="0" u="none" strike="noStrike" baseline="0" dirty="0">
                <a:solidFill>
                  <a:srgbClr val="000000"/>
                </a:solidFill>
                <a:latin typeface="Tahoma" panose="020B0604030504040204" pitchFamily="34" charset="0"/>
              </a:rPr>
              <a:t>Ulaşım hızlı olmalı</a:t>
            </a:r>
          </a:p>
        </p:txBody>
      </p:sp>
      <p:sp>
        <p:nvSpPr>
          <p:cNvPr id="4" name="Alt Bilgi Yer Tutucusu 3">
            <a:extLst>
              <a:ext uri="{FF2B5EF4-FFF2-40B4-BE49-F238E27FC236}">
                <a16:creationId xmlns:a16="http://schemas.microsoft.com/office/drawing/2014/main" id="{F3AC971B-CD8E-5960-DB09-53F3EBC59FB4}"/>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11F5E997-9837-00B2-97CF-B20EA337F48C}"/>
              </a:ext>
            </a:extLst>
          </p:cNvPr>
          <p:cNvSpPr>
            <a:spLocks noGrp="1"/>
          </p:cNvSpPr>
          <p:nvPr>
            <p:ph type="sldNum" sz="quarter" idx="12"/>
          </p:nvPr>
        </p:nvSpPr>
        <p:spPr/>
        <p:txBody>
          <a:bodyPr/>
          <a:lstStyle/>
          <a:p>
            <a:fld id="{CAD58A22-19B7-4B53-A5D7-CAF60E6DE0A4}" type="slidenum">
              <a:rPr lang="tr-TR" smtClean="0"/>
              <a:t>26</a:t>
            </a:fld>
            <a:endParaRPr lang="tr-TR"/>
          </a:p>
        </p:txBody>
      </p:sp>
      <p:sp>
        <p:nvSpPr>
          <p:cNvPr id="7" name="Başlık 6">
            <a:extLst>
              <a:ext uri="{FF2B5EF4-FFF2-40B4-BE49-F238E27FC236}">
                <a16:creationId xmlns:a16="http://schemas.microsoft.com/office/drawing/2014/main" id="{7C3390AB-7C9A-0535-04BB-7FCECB9D450C}"/>
              </a:ext>
            </a:extLst>
          </p:cNvPr>
          <p:cNvSpPr>
            <a:spLocks noGrp="1"/>
          </p:cNvSpPr>
          <p:nvPr>
            <p:ph type="title"/>
          </p:nvPr>
        </p:nvSpPr>
        <p:spPr/>
        <p:txBody>
          <a:bodyPr/>
          <a:lstStyle/>
          <a:p>
            <a:r>
              <a:rPr lang="tr-TR" dirty="0"/>
              <a:t>Veri Ambarı</a:t>
            </a:r>
          </a:p>
        </p:txBody>
      </p:sp>
    </p:spTree>
    <p:extLst>
      <p:ext uri="{BB962C8B-B14F-4D97-AF65-F5344CB8AC3E}">
        <p14:creationId xmlns:p14="http://schemas.microsoft.com/office/powerpoint/2010/main" val="42749856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0EEC47B-F55D-1410-C508-6876C543BA8B}"/>
              </a:ext>
            </a:extLst>
          </p:cNvPr>
          <p:cNvSpPr>
            <a:spLocks noGrp="1"/>
          </p:cNvSpPr>
          <p:nvPr>
            <p:ph type="title"/>
          </p:nvPr>
        </p:nvSpPr>
        <p:spPr/>
        <p:txBody>
          <a:bodyPr/>
          <a:lstStyle/>
          <a:p>
            <a:r>
              <a:rPr lang="tr-TR" dirty="0"/>
              <a:t>Veri Ambarı Özellikleri</a:t>
            </a:r>
          </a:p>
        </p:txBody>
      </p:sp>
      <p:sp>
        <p:nvSpPr>
          <p:cNvPr id="3" name="İçerik Yer Tutucusu 2">
            <a:extLst>
              <a:ext uri="{FF2B5EF4-FFF2-40B4-BE49-F238E27FC236}">
                <a16:creationId xmlns:a16="http://schemas.microsoft.com/office/drawing/2014/main" id="{ABE5869E-2B04-7B8B-B004-CC78788E83D3}"/>
              </a:ext>
            </a:extLst>
          </p:cNvPr>
          <p:cNvSpPr>
            <a:spLocks noGrp="1"/>
          </p:cNvSpPr>
          <p:nvPr>
            <p:ph idx="1"/>
          </p:nvPr>
        </p:nvSpPr>
        <p:spPr/>
        <p:txBody>
          <a:bodyPr>
            <a:normAutofit/>
          </a:bodyPr>
          <a:lstStyle/>
          <a:p>
            <a:r>
              <a:rPr lang="tr-TR" sz="2000" b="0" i="0" u="none" strike="noStrike" baseline="0" dirty="0">
                <a:solidFill>
                  <a:srgbClr val="000000"/>
                </a:solidFill>
                <a:latin typeface="Tahoma" panose="020B0604030504040204" pitchFamily="34" charset="0"/>
              </a:rPr>
              <a:t>Amaca yönelik</a:t>
            </a:r>
          </a:p>
          <a:p>
            <a:pPr lvl="1"/>
            <a:r>
              <a:rPr lang="tr-TR" sz="1600" b="0" i="0" u="none" strike="noStrike" baseline="0" dirty="0">
                <a:solidFill>
                  <a:srgbClr val="000000"/>
                </a:solidFill>
                <a:latin typeface="Tahoma" panose="020B0604030504040204" pitchFamily="34" charset="0"/>
              </a:rPr>
              <a:t>Müşteri, ürün, satış gibi belli konular için düzenlenebilir</a:t>
            </a:r>
          </a:p>
          <a:p>
            <a:pPr lvl="1"/>
            <a:r>
              <a:rPr lang="it-IT" sz="1600" b="0" i="0" u="none" strike="noStrike" baseline="0" dirty="0">
                <a:solidFill>
                  <a:srgbClr val="000000"/>
                </a:solidFill>
                <a:latin typeface="Tahoma" panose="020B0604030504040204" pitchFamily="34" charset="0"/>
              </a:rPr>
              <a:t>Verinin incelenmesi ve modellenmesi için</a:t>
            </a:r>
            <a:r>
              <a:rPr lang="tr-TR" sz="1600" b="0" i="0" u="none" strike="noStrike" baseline="0" dirty="0">
                <a:solidFill>
                  <a:srgbClr val="000000"/>
                </a:solidFill>
                <a:latin typeface="Tahoma" panose="020B0604030504040204" pitchFamily="34" charset="0"/>
              </a:rPr>
              <a:t> oluşturulur</a:t>
            </a:r>
          </a:p>
          <a:p>
            <a:pPr lvl="1"/>
            <a:r>
              <a:rPr lang="tr-TR" sz="1600" b="0" i="0" u="none" strike="noStrike" baseline="0" dirty="0">
                <a:solidFill>
                  <a:srgbClr val="000000"/>
                </a:solidFill>
                <a:latin typeface="Tahoma" panose="020B0604030504040204" pitchFamily="34" charset="0"/>
              </a:rPr>
              <a:t>Konuyla ilgili karar vermek için gerekli olmayan veriyi kullanmayarak konuya basit, özet bakış sağlar</a:t>
            </a:r>
            <a:endParaRPr lang="tr-TR" b="0" i="0" u="none" strike="noStrike" baseline="0" dirty="0">
              <a:solidFill>
                <a:srgbClr val="000000"/>
              </a:solidFill>
              <a:latin typeface="Tahoma" panose="020B0604030504040204" pitchFamily="34" charset="0"/>
            </a:endParaRPr>
          </a:p>
          <a:p>
            <a:r>
              <a:rPr lang="tr-TR" sz="2000" b="0" i="0" u="none" strike="noStrike" baseline="0" dirty="0">
                <a:solidFill>
                  <a:srgbClr val="000000"/>
                </a:solidFill>
                <a:latin typeface="Tahoma" panose="020B0604030504040204" pitchFamily="34" charset="0"/>
              </a:rPr>
              <a:t>Birleştirilmiş</a:t>
            </a:r>
          </a:p>
          <a:p>
            <a:pPr lvl="1"/>
            <a:r>
              <a:rPr lang="tr-TR" b="0" i="0" u="none" strike="noStrike" baseline="0" dirty="0">
                <a:solidFill>
                  <a:srgbClr val="000000"/>
                </a:solidFill>
                <a:latin typeface="Tahoma" panose="020B0604030504040204" pitchFamily="34" charset="0"/>
              </a:rPr>
              <a:t>Veri kaynaklarının birleştirilmesiyle oluşturulur</a:t>
            </a:r>
          </a:p>
          <a:p>
            <a:pPr lvl="1"/>
            <a:r>
              <a:rPr lang="sv-SE" b="0" i="0" u="none" strike="noStrike" baseline="0" dirty="0">
                <a:solidFill>
                  <a:srgbClr val="000000"/>
                </a:solidFill>
                <a:latin typeface="Tahoma" panose="020B0604030504040204" pitchFamily="34" charset="0"/>
              </a:rPr>
              <a:t>Canlı veri tabanları, dosyalar</a:t>
            </a:r>
          </a:p>
          <a:p>
            <a:pPr lvl="1"/>
            <a:r>
              <a:rPr lang="tr-TR" b="0" i="0" u="none" strike="noStrike" baseline="0" dirty="0">
                <a:solidFill>
                  <a:srgbClr val="000000"/>
                </a:solidFill>
                <a:latin typeface="Tahoma" panose="020B0604030504040204" pitchFamily="34" charset="0"/>
              </a:rPr>
              <a:t>Veri temizleme ve birleştirme teknikleri kullanılır</a:t>
            </a:r>
          </a:p>
          <a:p>
            <a:pPr lvl="1"/>
            <a:r>
              <a:rPr lang="tr-TR" b="0" i="0" u="none" strike="noStrike" baseline="0" dirty="0">
                <a:solidFill>
                  <a:srgbClr val="000000"/>
                </a:solidFill>
                <a:latin typeface="Tahoma" panose="020B0604030504040204" pitchFamily="34" charset="0"/>
              </a:rPr>
              <a:t>Değişik veri kaynakları arasındaki tutarlılık sağlanır</a:t>
            </a:r>
            <a:endParaRPr lang="tr-TR" dirty="0"/>
          </a:p>
          <a:p>
            <a:endParaRPr lang="tr-TR" sz="2000" b="0" i="0" u="none" strike="noStrike" baseline="0" dirty="0">
              <a:solidFill>
                <a:srgbClr val="000000"/>
              </a:solidFill>
              <a:latin typeface="Tahoma" panose="020B0604030504040204" pitchFamily="34" charset="0"/>
            </a:endParaRPr>
          </a:p>
          <a:p>
            <a:endParaRPr lang="tr-TR" dirty="0"/>
          </a:p>
        </p:txBody>
      </p:sp>
      <p:sp>
        <p:nvSpPr>
          <p:cNvPr id="4" name="Alt Bilgi Yer Tutucusu 3">
            <a:extLst>
              <a:ext uri="{FF2B5EF4-FFF2-40B4-BE49-F238E27FC236}">
                <a16:creationId xmlns:a16="http://schemas.microsoft.com/office/drawing/2014/main" id="{CABA81C0-8EAD-CB79-EA1F-FD40B8F6D7DE}"/>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31D22414-61DD-AF36-869C-73F605925537}"/>
              </a:ext>
            </a:extLst>
          </p:cNvPr>
          <p:cNvSpPr>
            <a:spLocks noGrp="1"/>
          </p:cNvSpPr>
          <p:nvPr>
            <p:ph type="sldNum" sz="quarter" idx="12"/>
          </p:nvPr>
        </p:nvSpPr>
        <p:spPr/>
        <p:txBody>
          <a:bodyPr/>
          <a:lstStyle/>
          <a:p>
            <a:fld id="{CAD58A22-19B7-4B53-A5D7-CAF60E6DE0A4}" type="slidenum">
              <a:rPr lang="tr-TR" smtClean="0"/>
              <a:t>27</a:t>
            </a:fld>
            <a:endParaRPr lang="tr-TR"/>
          </a:p>
        </p:txBody>
      </p:sp>
    </p:spTree>
    <p:extLst>
      <p:ext uri="{BB962C8B-B14F-4D97-AF65-F5344CB8AC3E}">
        <p14:creationId xmlns:p14="http://schemas.microsoft.com/office/powerpoint/2010/main" val="11646758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F7E2752-62C1-89AF-4478-E7782E3231E9}"/>
              </a:ext>
            </a:extLst>
          </p:cNvPr>
          <p:cNvSpPr>
            <a:spLocks noGrp="1"/>
          </p:cNvSpPr>
          <p:nvPr>
            <p:ph type="title"/>
          </p:nvPr>
        </p:nvSpPr>
        <p:spPr/>
        <p:txBody>
          <a:bodyPr/>
          <a:lstStyle/>
          <a:p>
            <a:r>
              <a:rPr lang="tr-TR" dirty="0"/>
              <a:t>Veri Ambarı Özellikleri</a:t>
            </a:r>
          </a:p>
        </p:txBody>
      </p:sp>
      <p:sp>
        <p:nvSpPr>
          <p:cNvPr id="3" name="İçerik Yer Tutucusu 2">
            <a:extLst>
              <a:ext uri="{FF2B5EF4-FFF2-40B4-BE49-F238E27FC236}">
                <a16:creationId xmlns:a16="http://schemas.microsoft.com/office/drawing/2014/main" id="{82994CB5-A16B-F113-3525-355703D4A168}"/>
              </a:ext>
            </a:extLst>
          </p:cNvPr>
          <p:cNvSpPr>
            <a:spLocks noGrp="1"/>
          </p:cNvSpPr>
          <p:nvPr>
            <p:ph idx="1"/>
          </p:nvPr>
        </p:nvSpPr>
        <p:spPr/>
        <p:txBody>
          <a:bodyPr>
            <a:normAutofit fontScale="92500"/>
          </a:bodyPr>
          <a:lstStyle/>
          <a:p>
            <a:pPr algn="l"/>
            <a:r>
              <a:rPr lang="tr-TR" sz="3200" b="0" i="0" u="none" strike="noStrike" baseline="0" dirty="0">
                <a:solidFill>
                  <a:srgbClr val="000000"/>
                </a:solidFill>
                <a:latin typeface="Tahoma" panose="020B0604030504040204" pitchFamily="34" charset="0"/>
              </a:rPr>
              <a:t>Zaman değişkeni canlı veri tabanlarına göre daha uzundur</a:t>
            </a:r>
          </a:p>
          <a:p>
            <a:pPr lvl="1"/>
            <a:r>
              <a:rPr lang="tr-TR" sz="2800" b="0" i="0" u="none" strike="noStrike" baseline="0" dirty="0">
                <a:solidFill>
                  <a:srgbClr val="000000"/>
                </a:solidFill>
                <a:latin typeface="Tahoma" panose="020B0604030504040204" pitchFamily="34" charset="0"/>
              </a:rPr>
              <a:t>Canlı veri tabanları: Güncel veriler bulunur (en çok geçmiş 1 yıl)</a:t>
            </a:r>
          </a:p>
          <a:p>
            <a:pPr lvl="1"/>
            <a:r>
              <a:rPr lang="tr-TR" sz="2800" b="0" i="0" u="none" strike="noStrike" baseline="0" dirty="0">
                <a:solidFill>
                  <a:srgbClr val="000000"/>
                </a:solidFill>
                <a:latin typeface="Tahoma" panose="020B0604030504040204" pitchFamily="34" charset="0"/>
              </a:rPr>
              <a:t>Veri ambarları: Geçmiş hakkında bilgi verir (geçmiş 5-10 yıl)</a:t>
            </a:r>
          </a:p>
          <a:p>
            <a:pPr marL="201168" lvl="1" indent="0">
              <a:buNone/>
            </a:pPr>
            <a:endParaRPr lang="tr-TR" sz="2800" dirty="0">
              <a:solidFill>
                <a:srgbClr val="000000"/>
              </a:solidFill>
              <a:latin typeface="Tahoma" panose="020B0604030504040204" pitchFamily="34" charset="0"/>
            </a:endParaRPr>
          </a:p>
          <a:p>
            <a:pPr algn="l"/>
            <a:r>
              <a:rPr lang="tr-TR" sz="3200" dirty="0">
                <a:solidFill>
                  <a:srgbClr val="000000"/>
                </a:solidFill>
                <a:latin typeface="Tahoma" panose="020B0604030504040204" pitchFamily="34" charset="0"/>
              </a:rPr>
              <a:t>Değişken Değil  </a:t>
            </a:r>
          </a:p>
          <a:p>
            <a:pPr lvl="1"/>
            <a:r>
              <a:rPr lang="tr-TR" sz="2800" b="0" i="0" u="none" strike="noStrike" baseline="0" dirty="0">
                <a:solidFill>
                  <a:srgbClr val="000000"/>
                </a:solidFill>
                <a:latin typeface="Tahoma" panose="020B0604030504040204" pitchFamily="34" charset="0"/>
              </a:rPr>
              <a:t>Canlı </a:t>
            </a:r>
            <a:r>
              <a:rPr lang="tr-TR" sz="2800" b="0" i="0" u="none" strike="noStrike" baseline="0" dirty="0" err="1">
                <a:solidFill>
                  <a:srgbClr val="000000"/>
                </a:solidFill>
                <a:latin typeface="Tahoma" panose="020B0604030504040204" pitchFamily="34" charset="0"/>
              </a:rPr>
              <a:t>veritabanlarından</a:t>
            </a:r>
            <a:r>
              <a:rPr lang="tr-TR" sz="2800" b="0" i="0" u="none" strike="noStrike" baseline="0" dirty="0">
                <a:solidFill>
                  <a:srgbClr val="000000"/>
                </a:solidFill>
                <a:latin typeface="Tahoma" panose="020B0604030504040204" pitchFamily="34" charset="0"/>
              </a:rPr>
              <a:t> alınmış verinin fiziksel olarak başka bir ortamda saklanması</a:t>
            </a:r>
          </a:p>
          <a:p>
            <a:pPr lvl="1"/>
            <a:r>
              <a:rPr lang="tr-TR" sz="2800" b="0" i="0" u="none" strike="noStrike" baseline="0" dirty="0">
                <a:solidFill>
                  <a:srgbClr val="000000"/>
                </a:solidFill>
                <a:latin typeface="Tahoma" panose="020B0604030504040204" pitchFamily="34" charset="0"/>
              </a:rPr>
              <a:t>Canlı </a:t>
            </a:r>
            <a:r>
              <a:rPr lang="tr-TR" sz="2800" b="0" i="0" u="none" strike="noStrike" baseline="0" dirty="0" err="1">
                <a:solidFill>
                  <a:srgbClr val="000000"/>
                </a:solidFill>
                <a:latin typeface="Tahoma" panose="020B0604030504040204" pitchFamily="34" charset="0"/>
              </a:rPr>
              <a:t>veritabanlarındaki</a:t>
            </a:r>
            <a:r>
              <a:rPr lang="tr-TR" sz="2800" b="0" i="0" u="none" strike="noStrike" baseline="0" dirty="0">
                <a:solidFill>
                  <a:srgbClr val="000000"/>
                </a:solidFill>
                <a:latin typeface="Tahoma" panose="020B0604030504040204" pitchFamily="34" charset="0"/>
              </a:rPr>
              <a:t> değişimin veri ambarlarını etkilememesi</a:t>
            </a:r>
            <a:endParaRPr lang="tr-TR" sz="3200" dirty="0"/>
          </a:p>
        </p:txBody>
      </p:sp>
      <p:sp>
        <p:nvSpPr>
          <p:cNvPr id="4" name="Alt Bilgi Yer Tutucusu 3">
            <a:extLst>
              <a:ext uri="{FF2B5EF4-FFF2-40B4-BE49-F238E27FC236}">
                <a16:creationId xmlns:a16="http://schemas.microsoft.com/office/drawing/2014/main" id="{CF461318-DF56-3875-918C-CBD5B63A8F60}"/>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C28C20F1-9000-E4D0-D53A-49FFA17FB2B7}"/>
              </a:ext>
            </a:extLst>
          </p:cNvPr>
          <p:cNvSpPr>
            <a:spLocks noGrp="1"/>
          </p:cNvSpPr>
          <p:nvPr>
            <p:ph type="sldNum" sz="quarter" idx="12"/>
          </p:nvPr>
        </p:nvSpPr>
        <p:spPr/>
        <p:txBody>
          <a:bodyPr/>
          <a:lstStyle/>
          <a:p>
            <a:fld id="{CAD58A22-19B7-4B53-A5D7-CAF60E6DE0A4}" type="slidenum">
              <a:rPr lang="tr-TR" smtClean="0"/>
              <a:t>28</a:t>
            </a:fld>
            <a:endParaRPr lang="tr-TR"/>
          </a:p>
        </p:txBody>
      </p:sp>
    </p:spTree>
    <p:extLst>
      <p:ext uri="{BB962C8B-B14F-4D97-AF65-F5344CB8AC3E}">
        <p14:creationId xmlns:p14="http://schemas.microsoft.com/office/powerpoint/2010/main" val="21189315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AFAB975-9213-B007-190E-F822C4F72696}"/>
              </a:ext>
            </a:extLst>
          </p:cNvPr>
          <p:cNvSpPr>
            <a:spLocks noGrp="1"/>
          </p:cNvSpPr>
          <p:nvPr>
            <p:ph type="title"/>
          </p:nvPr>
        </p:nvSpPr>
        <p:spPr>
          <a:xfrm>
            <a:off x="1097280" y="286603"/>
            <a:ext cx="10058400" cy="1073825"/>
          </a:xfrm>
        </p:spPr>
        <p:txBody>
          <a:bodyPr/>
          <a:lstStyle/>
          <a:p>
            <a:r>
              <a:rPr lang="tr-TR" dirty="0"/>
              <a:t>Veri Ambarı Mimarisi</a:t>
            </a:r>
          </a:p>
        </p:txBody>
      </p:sp>
      <p:pic>
        <p:nvPicPr>
          <p:cNvPr id="7" name="İçerik Yer Tutucusu 6">
            <a:extLst>
              <a:ext uri="{FF2B5EF4-FFF2-40B4-BE49-F238E27FC236}">
                <a16:creationId xmlns:a16="http://schemas.microsoft.com/office/drawing/2014/main" id="{5660C9F6-FDC2-47FE-6D62-4B619D2827A6}"/>
              </a:ext>
            </a:extLst>
          </p:cNvPr>
          <p:cNvPicPr>
            <a:picLocks noGrp="1" noChangeAspect="1"/>
          </p:cNvPicPr>
          <p:nvPr>
            <p:ph idx="1"/>
          </p:nvPr>
        </p:nvPicPr>
        <p:blipFill>
          <a:blip r:embed="rId2"/>
          <a:stretch>
            <a:fillRect/>
          </a:stretch>
        </p:blipFill>
        <p:spPr>
          <a:xfrm>
            <a:off x="1149018" y="1559982"/>
            <a:ext cx="10006662" cy="4542205"/>
          </a:xfrm>
        </p:spPr>
      </p:pic>
      <p:sp>
        <p:nvSpPr>
          <p:cNvPr id="4" name="Alt Bilgi Yer Tutucusu 3">
            <a:extLst>
              <a:ext uri="{FF2B5EF4-FFF2-40B4-BE49-F238E27FC236}">
                <a16:creationId xmlns:a16="http://schemas.microsoft.com/office/drawing/2014/main" id="{E63E21DB-8107-2504-8CCE-7CA1C2B40310}"/>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88C5AF35-9778-66F2-486E-992D115D244F}"/>
              </a:ext>
            </a:extLst>
          </p:cNvPr>
          <p:cNvSpPr>
            <a:spLocks noGrp="1"/>
          </p:cNvSpPr>
          <p:nvPr>
            <p:ph type="sldNum" sz="quarter" idx="12"/>
          </p:nvPr>
        </p:nvSpPr>
        <p:spPr/>
        <p:txBody>
          <a:bodyPr/>
          <a:lstStyle/>
          <a:p>
            <a:fld id="{CAD58A22-19B7-4B53-A5D7-CAF60E6DE0A4}" type="slidenum">
              <a:rPr lang="tr-TR" smtClean="0"/>
              <a:t>29</a:t>
            </a:fld>
            <a:endParaRPr lang="tr-TR"/>
          </a:p>
        </p:txBody>
      </p:sp>
    </p:spTree>
    <p:extLst>
      <p:ext uri="{BB962C8B-B14F-4D97-AF65-F5344CB8AC3E}">
        <p14:creationId xmlns:p14="http://schemas.microsoft.com/office/powerpoint/2010/main" val="5604491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71D2F6A-5583-994D-EF6B-4BE81E00B236}"/>
              </a:ext>
            </a:extLst>
          </p:cNvPr>
          <p:cNvSpPr>
            <a:spLocks noGrp="1"/>
          </p:cNvSpPr>
          <p:nvPr>
            <p:ph type="title"/>
          </p:nvPr>
        </p:nvSpPr>
        <p:spPr/>
        <p:txBody>
          <a:bodyPr/>
          <a:lstStyle/>
          <a:p>
            <a:r>
              <a:rPr lang="tr-TR" dirty="0"/>
              <a:t>Veri Madenciliği &amp; OLAP</a:t>
            </a:r>
          </a:p>
        </p:txBody>
      </p:sp>
      <p:sp>
        <p:nvSpPr>
          <p:cNvPr id="3" name="İçerik Yer Tutucusu 2">
            <a:extLst>
              <a:ext uri="{FF2B5EF4-FFF2-40B4-BE49-F238E27FC236}">
                <a16:creationId xmlns:a16="http://schemas.microsoft.com/office/drawing/2014/main" id="{11CF54EA-98A9-8F8B-B79B-52AEDB635912}"/>
              </a:ext>
            </a:extLst>
          </p:cNvPr>
          <p:cNvSpPr>
            <a:spLocks noGrp="1"/>
          </p:cNvSpPr>
          <p:nvPr>
            <p:ph idx="1"/>
          </p:nvPr>
        </p:nvSpPr>
        <p:spPr/>
        <p:txBody>
          <a:bodyPr>
            <a:normAutofit/>
          </a:bodyPr>
          <a:lstStyle/>
          <a:p>
            <a:pPr algn="l"/>
            <a:r>
              <a:rPr lang="tr-TR" sz="1800" b="0" i="0" u="none" strike="noStrike" baseline="0" dirty="0">
                <a:solidFill>
                  <a:srgbClr val="000000"/>
                </a:solidFill>
                <a:latin typeface="Tahoma" panose="020B0604030504040204" pitchFamily="34" charset="0"/>
              </a:rPr>
              <a:t>OLAP (</a:t>
            </a:r>
            <a:r>
              <a:rPr lang="tr-TR" sz="1800" b="1" i="0" u="none" strike="noStrike" baseline="0" dirty="0">
                <a:solidFill>
                  <a:srgbClr val="000000"/>
                </a:solidFill>
                <a:latin typeface="Tahoma-Bold"/>
              </a:rPr>
              <a:t>O</a:t>
            </a:r>
            <a:r>
              <a:rPr lang="tr-TR" sz="1800" b="0" i="0" u="none" strike="noStrike" baseline="0" dirty="0">
                <a:solidFill>
                  <a:srgbClr val="000000"/>
                </a:solidFill>
                <a:latin typeface="Tahoma" panose="020B0604030504040204" pitchFamily="34" charset="0"/>
              </a:rPr>
              <a:t>n-</a:t>
            </a:r>
            <a:r>
              <a:rPr lang="tr-TR" sz="1800" b="1" i="0" u="none" strike="noStrike" baseline="0" dirty="0" err="1">
                <a:solidFill>
                  <a:srgbClr val="000000"/>
                </a:solidFill>
                <a:latin typeface="Tahoma-Bold"/>
              </a:rPr>
              <a:t>L</a:t>
            </a:r>
            <a:r>
              <a:rPr lang="tr-TR" sz="1800" b="0" i="0" u="none" strike="noStrike" baseline="0" dirty="0" err="1">
                <a:solidFill>
                  <a:srgbClr val="000000"/>
                </a:solidFill>
                <a:latin typeface="Tahoma" panose="020B0604030504040204" pitchFamily="34" charset="0"/>
              </a:rPr>
              <a:t>ine</a:t>
            </a:r>
            <a:r>
              <a:rPr lang="tr-TR" sz="1800" b="0" i="0" u="none" strike="noStrike" baseline="0" dirty="0">
                <a:solidFill>
                  <a:srgbClr val="000000"/>
                </a:solidFill>
                <a:latin typeface="Tahoma" panose="020B0604030504040204" pitchFamily="34" charset="0"/>
              </a:rPr>
              <a:t> </a:t>
            </a:r>
            <a:r>
              <a:rPr lang="tr-TR" sz="1800" b="1" i="0" u="none" strike="noStrike" baseline="0" dirty="0" err="1">
                <a:solidFill>
                  <a:srgbClr val="000000"/>
                </a:solidFill>
                <a:latin typeface="Tahoma-Bold"/>
              </a:rPr>
              <a:t>A</a:t>
            </a:r>
            <a:r>
              <a:rPr lang="tr-TR" sz="1800" b="0" i="0" u="none" strike="noStrike" baseline="0" dirty="0" err="1">
                <a:solidFill>
                  <a:srgbClr val="000000"/>
                </a:solidFill>
                <a:latin typeface="Tahoma" panose="020B0604030504040204" pitchFamily="34" charset="0"/>
              </a:rPr>
              <a:t>nalytical</a:t>
            </a:r>
            <a:r>
              <a:rPr lang="tr-TR" sz="1800" b="0" i="0" u="none" strike="noStrike" baseline="0" dirty="0">
                <a:solidFill>
                  <a:srgbClr val="000000"/>
                </a:solidFill>
                <a:latin typeface="Tahoma" panose="020B0604030504040204" pitchFamily="34" charset="0"/>
              </a:rPr>
              <a:t> </a:t>
            </a:r>
            <a:r>
              <a:rPr lang="tr-TR" sz="1800" b="1" i="0" u="none" strike="noStrike" baseline="0" dirty="0" err="1">
                <a:solidFill>
                  <a:srgbClr val="000000"/>
                </a:solidFill>
                <a:latin typeface="Tahoma-Bold"/>
              </a:rPr>
              <a:t>P</a:t>
            </a:r>
            <a:r>
              <a:rPr lang="tr-TR" sz="1800" b="0" i="0" u="none" strike="noStrike" baseline="0" dirty="0" err="1">
                <a:solidFill>
                  <a:srgbClr val="000000"/>
                </a:solidFill>
                <a:latin typeface="Tahoma" panose="020B0604030504040204" pitchFamily="34" charset="0"/>
              </a:rPr>
              <a:t>rocessing</a:t>
            </a:r>
            <a:r>
              <a:rPr lang="tr-TR" sz="1800" b="0" i="0" u="none" strike="noStrike" baseline="0" dirty="0">
                <a:solidFill>
                  <a:srgbClr val="000000"/>
                </a:solidFill>
                <a:latin typeface="Tahoma" panose="020B0604030504040204" pitchFamily="34" charset="0"/>
              </a:rPr>
              <a:t>)</a:t>
            </a:r>
          </a:p>
          <a:p>
            <a:pPr lvl="1"/>
            <a:r>
              <a:rPr lang="tr-TR" sz="1600" b="0" i="0" u="none" strike="noStrike" baseline="0" dirty="0">
                <a:solidFill>
                  <a:srgbClr val="000000"/>
                </a:solidFill>
                <a:latin typeface="Tahoma" panose="020B0604030504040204" pitchFamily="34" charset="0"/>
              </a:rPr>
              <a:t>Veri ambarlarının üzerinde çalışan işlevleri temsil eder</a:t>
            </a:r>
          </a:p>
          <a:p>
            <a:pPr lvl="1"/>
            <a:r>
              <a:rPr lang="tr-TR" sz="1600" b="0" i="0" u="none" strike="noStrike" baseline="0" dirty="0">
                <a:solidFill>
                  <a:srgbClr val="000000"/>
                </a:solidFill>
                <a:latin typeface="Tahoma" panose="020B0604030504040204" pitchFamily="34" charset="0"/>
              </a:rPr>
              <a:t>Veriyi inceleme ve karar verme</a:t>
            </a:r>
          </a:p>
          <a:p>
            <a:pPr lvl="1"/>
            <a:r>
              <a:rPr lang="tr-TR" sz="1600" b="0" i="0" u="none" strike="noStrike" baseline="0" dirty="0">
                <a:solidFill>
                  <a:srgbClr val="000000"/>
                </a:solidFill>
                <a:latin typeface="Tahoma" panose="020B0604030504040204" pitchFamily="34" charset="0"/>
              </a:rPr>
              <a:t>OLTP (</a:t>
            </a:r>
            <a:r>
              <a:rPr lang="tr-TR" sz="1600" b="1" i="0" u="none" strike="noStrike" baseline="0" dirty="0">
                <a:solidFill>
                  <a:srgbClr val="000000"/>
                </a:solidFill>
                <a:latin typeface="Tahoma-Bold"/>
              </a:rPr>
              <a:t>O</a:t>
            </a:r>
            <a:r>
              <a:rPr lang="tr-TR" sz="1600" b="0" i="0" u="none" strike="noStrike" baseline="0" dirty="0">
                <a:solidFill>
                  <a:srgbClr val="000000"/>
                </a:solidFill>
                <a:latin typeface="Tahoma" panose="020B0604030504040204" pitchFamily="34" charset="0"/>
              </a:rPr>
              <a:t>n-</a:t>
            </a:r>
            <a:r>
              <a:rPr lang="tr-TR" sz="1600" b="1" i="0" u="none" strike="noStrike" baseline="0" dirty="0" err="1">
                <a:solidFill>
                  <a:srgbClr val="000000"/>
                </a:solidFill>
                <a:latin typeface="Tahoma-Bold"/>
              </a:rPr>
              <a:t>L</a:t>
            </a:r>
            <a:r>
              <a:rPr lang="tr-TR" sz="1600" b="0" i="0" u="none" strike="noStrike" baseline="0" dirty="0" err="1">
                <a:solidFill>
                  <a:srgbClr val="000000"/>
                </a:solidFill>
                <a:latin typeface="Tahoma" panose="020B0604030504040204" pitchFamily="34" charset="0"/>
              </a:rPr>
              <a:t>ine</a:t>
            </a:r>
            <a:r>
              <a:rPr lang="tr-TR" sz="1600" b="0" i="0" u="none" strike="noStrike" baseline="0" dirty="0">
                <a:solidFill>
                  <a:srgbClr val="000000"/>
                </a:solidFill>
                <a:latin typeface="Tahoma" panose="020B0604030504040204" pitchFamily="34" charset="0"/>
              </a:rPr>
              <a:t> </a:t>
            </a:r>
            <a:r>
              <a:rPr lang="tr-TR" sz="1600" b="1" i="0" u="none" strike="noStrike" baseline="0" dirty="0" err="1">
                <a:solidFill>
                  <a:srgbClr val="000000"/>
                </a:solidFill>
                <a:latin typeface="Tahoma-Bold"/>
              </a:rPr>
              <a:t>T</a:t>
            </a:r>
            <a:r>
              <a:rPr lang="tr-TR" sz="1600" b="0" i="0" u="none" strike="noStrike" baseline="0" dirty="0" err="1">
                <a:solidFill>
                  <a:srgbClr val="000000"/>
                </a:solidFill>
                <a:latin typeface="Tahoma" panose="020B0604030504040204" pitchFamily="34" charset="0"/>
              </a:rPr>
              <a:t>ransaction</a:t>
            </a:r>
            <a:r>
              <a:rPr lang="tr-TR" sz="1600" b="0" i="0" u="none" strike="noStrike" baseline="0" dirty="0">
                <a:solidFill>
                  <a:srgbClr val="000000"/>
                </a:solidFill>
                <a:latin typeface="Tahoma" panose="020B0604030504040204" pitchFamily="34" charset="0"/>
              </a:rPr>
              <a:t> </a:t>
            </a:r>
            <a:r>
              <a:rPr lang="tr-TR" sz="1600" b="1" i="0" u="none" strike="noStrike" baseline="0" dirty="0" err="1">
                <a:solidFill>
                  <a:srgbClr val="000000"/>
                </a:solidFill>
                <a:latin typeface="Tahoma-Bold"/>
              </a:rPr>
              <a:t>P</a:t>
            </a:r>
            <a:r>
              <a:rPr lang="tr-TR" sz="1600" b="0" i="0" u="none" strike="noStrike" baseline="0" dirty="0" err="1">
                <a:solidFill>
                  <a:srgbClr val="000000"/>
                </a:solidFill>
                <a:latin typeface="Tahoma" panose="020B0604030504040204" pitchFamily="34" charset="0"/>
              </a:rPr>
              <a:t>rocessing</a:t>
            </a:r>
            <a:r>
              <a:rPr lang="tr-TR" sz="1600" b="0" i="0" u="none" strike="noStrike" baseline="0" dirty="0">
                <a:solidFill>
                  <a:srgbClr val="000000"/>
                </a:solidFill>
                <a:latin typeface="Tahoma" panose="020B0604030504040204" pitchFamily="34" charset="0"/>
              </a:rPr>
              <a:t>) saatler sürebilen işlemler</a:t>
            </a:r>
          </a:p>
          <a:p>
            <a:pPr algn="l"/>
            <a:r>
              <a:rPr lang="tr-TR" sz="1800" b="0" i="0" u="none" strike="noStrike" baseline="0" dirty="0">
                <a:solidFill>
                  <a:srgbClr val="000000"/>
                </a:solidFill>
                <a:latin typeface="Tahoma" panose="020B0604030504040204" pitchFamily="34" charset="0"/>
              </a:rPr>
              <a:t>OLAP avantajları</a:t>
            </a:r>
          </a:p>
          <a:p>
            <a:pPr lvl="1"/>
            <a:r>
              <a:rPr lang="tr-TR" sz="1600" b="0" i="0" u="none" strike="noStrike" baseline="0" dirty="0">
                <a:solidFill>
                  <a:srgbClr val="000000"/>
                </a:solidFill>
                <a:latin typeface="Tahoma" panose="020B0604030504040204" pitchFamily="34" charset="0"/>
              </a:rPr>
              <a:t>Daha geniş kapsamlı sonuçlar</a:t>
            </a:r>
          </a:p>
          <a:p>
            <a:pPr lvl="1"/>
            <a:r>
              <a:rPr lang="tr-TR" sz="1600" b="0" i="0" u="none" strike="noStrike" baseline="0" dirty="0">
                <a:solidFill>
                  <a:srgbClr val="000000"/>
                </a:solidFill>
                <a:latin typeface="Tahoma" panose="020B0604030504040204" pitchFamily="34" charset="0"/>
              </a:rPr>
              <a:t>Daha kısa süreli işlem</a:t>
            </a:r>
          </a:p>
          <a:p>
            <a:pPr algn="l"/>
            <a:r>
              <a:rPr lang="tr-TR" sz="1800" b="0" i="0" u="none" strike="noStrike" baseline="0" dirty="0">
                <a:solidFill>
                  <a:srgbClr val="000000"/>
                </a:solidFill>
                <a:latin typeface="Tahoma" panose="020B0604030504040204" pitchFamily="34" charset="0"/>
              </a:rPr>
              <a:t>OLAP dezavantajları</a:t>
            </a:r>
          </a:p>
          <a:p>
            <a:pPr lvl="1"/>
            <a:r>
              <a:rPr lang="tr-TR" sz="1600" b="0" i="0" u="none" strike="noStrike" baseline="0" dirty="0">
                <a:solidFill>
                  <a:srgbClr val="000000"/>
                </a:solidFill>
                <a:latin typeface="Tahoma" panose="020B0604030504040204" pitchFamily="34" charset="0"/>
              </a:rPr>
              <a:t>Kullanıcı neyi nasıl soracağını bilmesi gerekiyor</a:t>
            </a:r>
          </a:p>
          <a:p>
            <a:pPr lvl="1"/>
            <a:r>
              <a:rPr lang="tr-TR" sz="1600" b="0" i="0" u="none" strike="noStrike" baseline="0" dirty="0">
                <a:solidFill>
                  <a:srgbClr val="000000"/>
                </a:solidFill>
                <a:latin typeface="Tahoma" panose="020B0604030504040204" pitchFamily="34" charset="0"/>
              </a:rPr>
              <a:t>Genelde veriden istatistiksel inceleme yapmak için kullanılır.</a:t>
            </a:r>
          </a:p>
          <a:p>
            <a:pPr algn="l"/>
            <a:r>
              <a:rPr lang="tr-TR" sz="1800" b="1" i="0" u="none" strike="noStrike" baseline="0" dirty="0">
                <a:solidFill>
                  <a:srgbClr val="000000"/>
                </a:solidFill>
                <a:latin typeface="Tahoma-Bold"/>
              </a:rPr>
              <a:t>OLAP </a:t>
            </a:r>
            <a:r>
              <a:rPr lang="tr-TR" sz="1800" b="1" i="0" u="none" strike="noStrike" baseline="0" dirty="0">
                <a:solidFill>
                  <a:srgbClr val="FF0000"/>
                </a:solidFill>
                <a:latin typeface="Tahoma-Bold"/>
              </a:rPr>
              <a:t>NE </a:t>
            </a:r>
            <a:r>
              <a:rPr lang="tr-TR" sz="1800" b="1" i="0" u="none" strike="noStrike" baseline="0" dirty="0">
                <a:solidFill>
                  <a:srgbClr val="000000"/>
                </a:solidFill>
                <a:latin typeface="Tahoma-Bold"/>
              </a:rPr>
              <a:t>sorusuna cevap verir, veri madenciliği </a:t>
            </a:r>
            <a:r>
              <a:rPr lang="tr-TR" sz="1800" b="1" i="0" u="none" strike="noStrike" baseline="0" dirty="0">
                <a:solidFill>
                  <a:srgbClr val="FF0000"/>
                </a:solidFill>
                <a:latin typeface="Tahoma-Bold"/>
              </a:rPr>
              <a:t>NEDEN </a:t>
            </a:r>
            <a:r>
              <a:rPr lang="tr-TR" sz="1800" b="1" i="0" u="none" strike="noStrike" baseline="0" dirty="0">
                <a:solidFill>
                  <a:srgbClr val="000000"/>
                </a:solidFill>
                <a:latin typeface="Tahoma-Bold"/>
              </a:rPr>
              <a:t>sorusuna cevap verir.</a:t>
            </a:r>
            <a:endParaRPr lang="tr-TR" dirty="0"/>
          </a:p>
        </p:txBody>
      </p:sp>
      <p:sp>
        <p:nvSpPr>
          <p:cNvPr id="4" name="Alt Bilgi Yer Tutucusu 3">
            <a:extLst>
              <a:ext uri="{FF2B5EF4-FFF2-40B4-BE49-F238E27FC236}">
                <a16:creationId xmlns:a16="http://schemas.microsoft.com/office/drawing/2014/main" id="{B0CBF696-7CB7-F3E5-5A55-0240E3859838}"/>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4A9CEE8A-9505-B909-A59A-C17FB6EEAC1A}"/>
              </a:ext>
            </a:extLst>
          </p:cNvPr>
          <p:cNvSpPr>
            <a:spLocks noGrp="1"/>
          </p:cNvSpPr>
          <p:nvPr>
            <p:ph type="sldNum" sz="quarter" idx="12"/>
          </p:nvPr>
        </p:nvSpPr>
        <p:spPr/>
        <p:txBody>
          <a:bodyPr/>
          <a:lstStyle/>
          <a:p>
            <a:fld id="{CAD58A22-19B7-4B53-A5D7-CAF60E6DE0A4}" type="slidenum">
              <a:rPr lang="tr-TR" smtClean="0"/>
              <a:t>30</a:t>
            </a:fld>
            <a:endParaRPr lang="tr-TR"/>
          </a:p>
        </p:txBody>
      </p:sp>
    </p:spTree>
    <p:extLst>
      <p:ext uri="{BB962C8B-B14F-4D97-AF65-F5344CB8AC3E}">
        <p14:creationId xmlns:p14="http://schemas.microsoft.com/office/powerpoint/2010/main" val="31758584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A72F22F-4C09-3BE4-26E0-8CF75B219043}"/>
              </a:ext>
            </a:extLst>
          </p:cNvPr>
          <p:cNvSpPr>
            <a:spLocks noGrp="1"/>
          </p:cNvSpPr>
          <p:nvPr>
            <p:ph type="title"/>
          </p:nvPr>
        </p:nvSpPr>
        <p:spPr/>
        <p:txBody>
          <a:bodyPr/>
          <a:lstStyle/>
          <a:p>
            <a:r>
              <a:rPr lang="tr-TR" dirty="0"/>
              <a:t>Veri Madenciliğinde Sorunlar</a:t>
            </a:r>
          </a:p>
        </p:txBody>
      </p:sp>
      <p:sp>
        <p:nvSpPr>
          <p:cNvPr id="3" name="İçerik Yer Tutucusu 2">
            <a:extLst>
              <a:ext uri="{FF2B5EF4-FFF2-40B4-BE49-F238E27FC236}">
                <a16:creationId xmlns:a16="http://schemas.microsoft.com/office/drawing/2014/main" id="{36A70A67-DA74-CAE2-3D49-501D62F64F1D}"/>
              </a:ext>
            </a:extLst>
          </p:cNvPr>
          <p:cNvSpPr>
            <a:spLocks noGrp="1"/>
          </p:cNvSpPr>
          <p:nvPr>
            <p:ph idx="1"/>
          </p:nvPr>
        </p:nvSpPr>
        <p:spPr/>
        <p:txBody>
          <a:bodyPr>
            <a:normAutofit/>
          </a:bodyPr>
          <a:lstStyle/>
          <a:p>
            <a:pPr algn="l"/>
            <a:r>
              <a:rPr lang="tr-TR" sz="2400" b="0" i="0" u="none" strike="noStrike" baseline="0" dirty="0">
                <a:solidFill>
                  <a:srgbClr val="000000"/>
                </a:solidFill>
                <a:latin typeface="Tahoma" panose="020B0604030504040204" pitchFamily="34" charset="0"/>
              </a:rPr>
              <a:t>Güvenlik ve sosyal haklar</a:t>
            </a:r>
          </a:p>
          <a:p>
            <a:pPr lvl="1"/>
            <a:r>
              <a:rPr lang="tr-TR" sz="2000" b="0" i="0" u="none" strike="noStrike" baseline="0" dirty="0">
                <a:latin typeface="Tahoma" panose="020B0604030504040204" pitchFamily="34" charset="0"/>
              </a:rPr>
              <a:t>Kişilere ait verilerin toplanarak, kişilerden habersiz ve izinsiz olarak kullanılması</a:t>
            </a:r>
          </a:p>
          <a:p>
            <a:pPr lvl="1"/>
            <a:r>
              <a:rPr lang="tr-TR" sz="2000" b="0" i="0" u="none" strike="noStrike" baseline="0" dirty="0">
                <a:solidFill>
                  <a:srgbClr val="000000"/>
                </a:solidFill>
                <a:latin typeface="Tahoma" panose="020B0604030504040204" pitchFamily="34" charset="0"/>
              </a:rPr>
              <a:t>Gizlilik ve veri madenciliği politikalarının düzenlenmesi</a:t>
            </a:r>
          </a:p>
          <a:p>
            <a:pPr algn="l"/>
            <a:r>
              <a:rPr lang="tr-TR" sz="2400" b="0" i="0" u="none" strike="noStrike" baseline="0" dirty="0">
                <a:solidFill>
                  <a:srgbClr val="000000"/>
                </a:solidFill>
                <a:latin typeface="Tahoma" panose="020B0604030504040204" pitchFamily="34" charset="0"/>
              </a:rPr>
              <a:t>Kullanıcı Arabirimi</a:t>
            </a:r>
          </a:p>
          <a:p>
            <a:pPr lvl="1"/>
            <a:r>
              <a:rPr lang="tr-TR" sz="2000" b="0" i="0" u="none" strike="noStrike" baseline="0" dirty="0">
                <a:solidFill>
                  <a:srgbClr val="000000"/>
                </a:solidFill>
                <a:latin typeface="Tahoma" panose="020B0604030504040204" pitchFamily="34" charset="0"/>
              </a:rPr>
              <a:t>Sonucun anlaşılabilir ve yorumlanabilir hale getirilmesi</a:t>
            </a:r>
          </a:p>
          <a:p>
            <a:pPr lvl="1"/>
            <a:r>
              <a:rPr lang="tr-TR" sz="2000" b="0" i="0" u="none" strike="noStrike" baseline="0" dirty="0">
                <a:solidFill>
                  <a:srgbClr val="000000"/>
                </a:solidFill>
                <a:latin typeface="Tahoma" panose="020B0604030504040204" pitchFamily="34" charset="0"/>
              </a:rPr>
              <a:t>Bilginin sunulması</a:t>
            </a:r>
          </a:p>
          <a:p>
            <a:pPr algn="l"/>
            <a:r>
              <a:rPr lang="tr-TR" sz="2400" b="0" i="0" u="none" strike="noStrike" baseline="0" dirty="0">
                <a:solidFill>
                  <a:srgbClr val="000000"/>
                </a:solidFill>
                <a:latin typeface="Tahoma" panose="020B0604030504040204" pitchFamily="34" charset="0"/>
              </a:rPr>
              <a:t>Etkileşim</a:t>
            </a:r>
          </a:p>
          <a:p>
            <a:pPr lvl="1"/>
            <a:r>
              <a:rPr lang="tr-TR" sz="2000" b="0" i="0" u="none" strike="noStrike" baseline="0" dirty="0">
                <a:solidFill>
                  <a:srgbClr val="000000"/>
                </a:solidFill>
                <a:latin typeface="Tahoma" panose="020B0604030504040204" pitchFamily="34" charset="0"/>
              </a:rPr>
              <a:t>Veri madenciliği ile elde edilen bilginin kullanılması</a:t>
            </a:r>
          </a:p>
          <a:p>
            <a:pPr lvl="1"/>
            <a:r>
              <a:rPr lang="tr-TR" sz="2000" b="0" i="0" u="none" strike="noStrike" baseline="0" dirty="0">
                <a:solidFill>
                  <a:srgbClr val="000000"/>
                </a:solidFill>
                <a:latin typeface="Tahoma" panose="020B0604030504040204" pitchFamily="34" charset="0"/>
              </a:rPr>
              <a:t>Veri madenciliği yöntemine </a:t>
            </a:r>
            <a:r>
              <a:rPr lang="tr-TR" sz="2000" b="0" i="0" u="none" strike="noStrike" baseline="0" dirty="0" err="1">
                <a:solidFill>
                  <a:srgbClr val="000000"/>
                </a:solidFill>
                <a:latin typeface="Tahoma" panose="020B0604030504040204" pitchFamily="34" charset="0"/>
              </a:rPr>
              <a:t>müdahele</a:t>
            </a:r>
            <a:r>
              <a:rPr lang="tr-TR" sz="2000" b="0" i="0" u="none" strike="noStrike" baseline="0" dirty="0">
                <a:solidFill>
                  <a:srgbClr val="000000"/>
                </a:solidFill>
                <a:latin typeface="Tahoma" panose="020B0604030504040204" pitchFamily="34" charset="0"/>
              </a:rPr>
              <a:t> etmek</a:t>
            </a:r>
          </a:p>
          <a:p>
            <a:pPr lvl="1"/>
            <a:r>
              <a:rPr lang="tr-TR" sz="2000" b="0" i="0" u="none" strike="noStrike" baseline="0" dirty="0">
                <a:solidFill>
                  <a:srgbClr val="000000"/>
                </a:solidFill>
                <a:latin typeface="Tahoma" panose="020B0604030504040204" pitchFamily="34" charset="0"/>
              </a:rPr>
              <a:t>Veri madenciliği yönteminin sonucuna </a:t>
            </a:r>
            <a:r>
              <a:rPr lang="tr-TR" sz="2000" b="0" i="0" u="none" strike="noStrike" baseline="0" dirty="0" err="1">
                <a:solidFill>
                  <a:srgbClr val="000000"/>
                </a:solidFill>
                <a:latin typeface="Tahoma" panose="020B0604030504040204" pitchFamily="34" charset="0"/>
              </a:rPr>
              <a:t>müdahele</a:t>
            </a:r>
            <a:r>
              <a:rPr lang="tr-TR" sz="2000" b="0" i="0" u="none" strike="noStrike" baseline="0" dirty="0">
                <a:solidFill>
                  <a:srgbClr val="000000"/>
                </a:solidFill>
                <a:latin typeface="Tahoma" panose="020B0604030504040204" pitchFamily="34" charset="0"/>
              </a:rPr>
              <a:t> </a:t>
            </a:r>
            <a:r>
              <a:rPr lang="tr-TR" sz="2400" b="0" i="0" u="none" strike="noStrike" baseline="0" dirty="0">
                <a:solidFill>
                  <a:srgbClr val="000000"/>
                </a:solidFill>
                <a:latin typeface="Tahoma" panose="020B0604030504040204" pitchFamily="34" charset="0"/>
              </a:rPr>
              <a:t>etmek</a:t>
            </a:r>
            <a:endParaRPr lang="tr-TR" sz="2000" b="0" i="0" u="none" strike="noStrike" baseline="0" dirty="0">
              <a:solidFill>
                <a:srgbClr val="000000"/>
              </a:solidFill>
              <a:latin typeface="Tahoma" panose="020B0604030504040204" pitchFamily="34" charset="0"/>
            </a:endParaRPr>
          </a:p>
        </p:txBody>
      </p:sp>
      <p:sp>
        <p:nvSpPr>
          <p:cNvPr id="4" name="Alt Bilgi Yer Tutucusu 3">
            <a:extLst>
              <a:ext uri="{FF2B5EF4-FFF2-40B4-BE49-F238E27FC236}">
                <a16:creationId xmlns:a16="http://schemas.microsoft.com/office/drawing/2014/main" id="{9D6217BE-1123-3F55-AABA-75AEA0601442}"/>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4619A663-CF53-C4FF-9181-2AFB9D002B7B}"/>
              </a:ext>
            </a:extLst>
          </p:cNvPr>
          <p:cNvSpPr>
            <a:spLocks noGrp="1"/>
          </p:cNvSpPr>
          <p:nvPr>
            <p:ph type="sldNum" sz="quarter" idx="12"/>
          </p:nvPr>
        </p:nvSpPr>
        <p:spPr/>
        <p:txBody>
          <a:bodyPr/>
          <a:lstStyle/>
          <a:p>
            <a:fld id="{CAD58A22-19B7-4B53-A5D7-CAF60E6DE0A4}" type="slidenum">
              <a:rPr lang="tr-TR" smtClean="0"/>
              <a:t>31</a:t>
            </a:fld>
            <a:endParaRPr lang="tr-TR"/>
          </a:p>
        </p:txBody>
      </p:sp>
    </p:spTree>
    <p:extLst>
      <p:ext uri="{BB962C8B-B14F-4D97-AF65-F5344CB8AC3E}">
        <p14:creationId xmlns:p14="http://schemas.microsoft.com/office/powerpoint/2010/main" val="7285302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5FFEFC0-8156-3451-D1F0-2866A0E45BFF}"/>
              </a:ext>
            </a:extLst>
          </p:cNvPr>
          <p:cNvSpPr>
            <a:spLocks noGrp="1"/>
          </p:cNvSpPr>
          <p:nvPr>
            <p:ph type="title"/>
          </p:nvPr>
        </p:nvSpPr>
        <p:spPr/>
        <p:txBody>
          <a:bodyPr/>
          <a:lstStyle/>
          <a:p>
            <a:r>
              <a:rPr lang="tr-TR" dirty="0"/>
              <a:t>Veri Madenciliğinde Sorunlar</a:t>
            </a:r>
          </a:p>
        </p:txBody>
      </p:sp>
      <p:sp>
        <p:nvSpPr>
          <p:cNvPr id="3" name="İçerik Yer Tutucusu 2">
            <a:extLst>
              <a:ext uri="{FF2B5EF4-FFF2-40B4-BE49-F238E27FC236}">
                <a16:creationId xmlns:a16="http://schemas.microsoft.com/office/drawing/2014/main" id="{A5247685-C186-4762-27B4-0C195CEAA820}"/>
              </a:ext>
            </a:extLst>
          </p:cNvPr>
          <p:cNvSpPr>
            <a:spLocks noGrp="1"/>
          </p:cNvSpPr>
          <p:nvPr>
            <p:ph idx="1"/>
          </p:nvPr>
        </p:nvSpPr>
        <p:spPr/>
        <p:txBody>
          <a:bodyPr>
            <a:normAutofit lnSpcReduction="10000"/>
          </a:bodyPr>
          <a:lstStyle/>
          <a:p>
            <a:pPr algn="l"/>
            <a:r>
              <a:rPr lang="tr-TR" sz="3200" b="0" i="0" u="none" strike="noStrike" baseline="0" dirty="0">
                <a:solidFill>
                  <a:srgbClr val="000000"/>
                </a:solidFill>
                <a:latin typeface="Tahoma" panose="020B0604030504040204" pitchFamily="34" charset="0"/>
              </a:rPr>
              <a:t>Veri madenciliği yöntemi</a:t>
            </a:r>
          </a:p>
          <a:p>
            <a:pPr lvl="1"/>
            <a:r>
              <a:rPr lang="tr-TR" sz="2800" b="0" i="0" u="none" strike="noStrike" baseline="0" dirty="0">
                <a:solidFill>
                  <a:srgbClr val="000000"/>
                </a:solidFill>
                <a:latin typeface="Tahoma" panose="020B0604030504040204" pitchFamily="34" charset="0"/>
              </a:rPr>
              <a:t>Farklı tipte veriler üzerinde çalışabilme</a:t>
            </a:r>
          </a:p>
          <a:p>
            <a:pPr lvl="1"/>
            <a:r>
              <a:rPr lang="tr-TR" sz="2800" b="0" i="0" u="none" strike="noStrike" baseline="0" dirty="0">
                <a:solidFill>
                  <a:srgbClr val="000000"/>
                </a:solidFill>
                <a:latin typeface="Tahoma" panose="020B0604030504040204" pitchFamily="34" charset="0"/>
              </a:rPr>
              <a:t>Farklı seviyelerde kullanıcı ile etkileşim halinde olabilme</a:t>
            </a:r>
          </a:p>
          <a:p>
            <a:pPr lvl="1"/>
            <a:r>
              <a:rPr lang="tr-TR" sz="2800" b="0" i="0" u="none" strike="noStrike" baseline="0" dirty="0">
                <a:solidFill>
                  <a:srgbClr val="000000"/>
                </a:solidFill>
                <a:latin typeface="Tahoma" panose="020B0604030504040204" pitchFamily="34" charset="0"/>
              </a:rPr>
              <a:t>Uygulama ortamı bilgisini kullanabilme</a:t>
            </a:r>
          </a:p>
          <a:p>
            <a:pPr lvl="1"/>
            <a:r>
              <a:rPr lang="tr-TR" sz="2800" b="0" i="0" u="none" strike="noStrike" baseline="0" dirty="0">
                <a:solidFill>
                  <a:srgbClr val="000000"/>
                </a:solidFill>
                <a:latin typeface="Tahoma" panose="020B0604030504040204" pitchFamily="34" charset="0"/>
              </a:rPr>
              <a:t>Veri madenciliği ile elde edilen sonucu anlaşılır şekilde sunabilme</a:t>
            </a:r>
          </a:p>
          <a:p>
            <a:pPr lvl="1"/>
            <a:r>
              <a:rPr lang="tr-TR" sz="2800" b="0" i="0" u="none" strike="noStrike" baseline="0" dirty="0">
                <a:solidFill>
                  <a:srgbClr val="000000"/>
                </a:solidFill>
                <a:latin typeface="Tahoma" panose="020B0604030504040204" pitchFamily="34" charset="0"/>
              </a:rPr>
              <a:t>Gürültülü ve eksik veri ile çalışabilme (ve iyi sonuç verebilme)</a:t>
            </a:r>
          </a:p>
          <a:p>
            <a:pPr lvl="1"/>
            <a:r>
              <a:rPr lang="tr-TR" sz="2800" b="0" i="0" u="none" strike="noStrike" baseline="0" dirty="0">
                <a:solidFill>
                  <a:srgbClr val="000000"/>
                </a:solidFill>
                <a:latin typeface="Tahoma" panose="020B0604030504040204" pitchFamily="34" charset="0"/>
              </a:rPr>
              <a:t>Değişen veya eklenen verileri kolayca kullanabilme</a:t>
            </a:r>
          </a:p>
          <a:p>
            <a:pPr lvl="1"/>
            <a:r>
              <a:rPr lang="tr-TR" sz="2800" b="0" i="0" u="none" strike="noStrike" baseline="0" dirty="0">
                <a:solidFill>
                  <a:srgbClr val="000000"/>
                </a:solidFill>
                <a:latin typeface="Tahoma" panose="020B0604030504040204" pitchFamily="34" charset="0"/>
              </a:rPr>
              <a:t>Örüntü değerlendirme: önemli örüntüleri bulma</a:t>
            </a:r>
            <a:endParaRPr lang="tr-TR" sz="3200" dirty="0"/>
          </a:p>
        </p:txBody>
      </p:sp>
      <p:sp>
        <p:nvSpPr>
          <p:cNvPr id="4" name="Alt Bilgi Yer Tutucusu 3">
            <a:extLst>
              <a:ext uri="{FF2B5EF4-FFF2-40B4-BE49-F238E27FC236}">
                <a16:creationId xmlns:a16="http://schemas.microsoft.com/office/drawing/2014/main" id="{2F484E64-30FF-F6EA-8158-28E0509F018A}"/>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19CA38BD-AB73-FB54-FCAC-8A53A57C70D3}"/>
              </a:ext>
            </a:extLst>
          </p:cNvPr>
          <p:cNvSpPr>
            <a:spLocks noGrp="1"/>
          </p:cNvSpPr>
          <p:nvPr>
            <p:ph type="sldNum" sz="quarter" idx="12"/>
          </p:nvPr>
        </p:nvSpPr>
        <p:spPr/>
        <p:txBody>
          <a:bodyPr/>
          <a:lstStyle/>
          <a:p>
            <a:fld id="{CAD58A22-19B7-4B53-A5D7-CAF60E6DE0A4}" type="slidenum">
              <a:rPr lang="tr-TR" smtClean="0"/>
              <a:t>32</a:t>
            </a:fld>
            <a:endParaRPr lang="tr-TR"/>
          </a:p>
        </p:txBody>
      </p:sp>
    </p:spTree>
    <p:extLst>
      <p:ext uri="{BB962C8B-B14F-4D97-AF65-F5344CB8AC3E}">
        <p14:creationId xmlns:p14="http://schemas.microsoft.com/office/powerpoint/2010/main" val="32364628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826E21C-176C-9828-1396-411435492896}"/>
              </a:ext>
            </a:extLst>
          </p:cNvPr>
          <p:cNvSpPr>
            <a:spLocks noGrp="1"/>
          </p:cNvSpPr>
          <p:nvPr>
            <p:ph type="title"/>
          </p:nvPr>
        </p:nvSpPr>
        <p:spPr/>
        <p:txBody>
          <a:bodyPr/>
          <a:lstStyle/>
          <a:p>
            <a:r>
              <a:rPr lang="tr-TR" dirty="0"/>
              <a:t>Veri Madenciliğinde Sorunlar</a:t>
            </a:r>
          </a:p>
        </p:txBody>
      </p:sp>
      <p:sp>
        <p:nvSpPr>
          <p:cNvPr id="3" name="İçerik Yer Tutucusu 2">
            <a:extLst>
              <a:ext uri="{FF2B5EF4-FFF2-40B4-BE49-F238E27FC236}">
                <a16:creationId xmlns:a16="http://schemas.microsoft.com/office/drawing/2014/main" id="{6E9C8E75-5466-3486-95F3-C21D4C255BF4}"/>
              </a:ext>
            </a:extLst>
          </p:cNvPr>
          <p:cNvSpPr>
            <a:spLocks noGrp="1"/>
          </p:cNvSpPr>
          <p:nvPr>
            <p:ph idx="1"/>
          </p:nvPr>
        </p:nvSpPr>
        <p:spPr/>
        <p:txBody>
          <a:bodyPr>
            <a:normAutofit/>
          </a:bodyPr>
          <a:lstStyle/>
          <a:p>
            <a:pPr algn="l"/>
            <a:r>
              <a:rPr lang="tr-TR" sz="1600" dirty="0">
                <a:solidFill>
                  <a:srgbClr val="000000"/>
                </a:solidFill>
                <a:latin typeface="Tahoma" panose="020B0604030504040204" pitchFamily="34" charset="0"/>
              </a:rPr>
              <a:t>Başarım ve ölçeklenebilirlik</a:t>
            </a:r>
          </a:p>
          <a:p>
            <a:pPr lvl="2"/>
            <a:r>
              <a:rPr lang="tr-TR" sz="1600" dirty="0">
                <a:solidFill>
                  <a:srgbClr val="000000"/>
                </a:solidFill>
                <a:latin typeface="Tahoma" panose="020B0604030504040204" pitchFamily="34" charset="0"/>
              </a:rPr>
              <a:t>Zaman karmaşıklığı ve yer karmaşıklığı kabul edilebilir</a:t>
            </a:r>
          </a:p>
          <a:p>
            <a:pPr lvl="2"/>
            <a:r>
              <a:rPr lang="tr-TR" sz="1600" dirty="0">
                <a:solidFill>
                  <a:srgbClr val="000000"/>
                </a:solidFill>
                <a:latin typeface="Tahoma" panose="020B0604030504040204" pitchFamily="34" charset="0"/>
              </a:rPr>
              <a:t>Örnekleme yapabilme</a:t>
            </a:r>
          </a:p>
          <a:p>
            <a:pPr lvl="1"/>
            <a:r>
              <a:rPr lang="tr-TR" sz="1600" dirty="0">
                <a:solidFill>
                  <a:srgbClr val="000000"/>
                </a:solidFill>
                <a:latin typeface="Tahoma" panose="020B0604030504040204" pitchFamily="34" charset="0"/>
              </a:rPr>
              <a:t>Paralel ve dağıtık yöntemler</a:t>
            </a:r>
          </a:p>
          <a:p>
            <a:pPr lvl="2"/>
            <a:r>
              <a:rPr lang="tr-TR" sz="1600" dirty="0">
                <a:solidFill>
                  <a:srgbClr val="000000"/>
                </a:solidFill>
                <a:latin typeface="Tahoma" panose="020B0604030504040204" pitchFamily="34" charset="0"/>
              </a:rPr>
              <a:t>Artımlı veri madenciliği</a:t>
            </a:r>
          </a:p>
          <a:p>
            <a:pPr lvl="2"/>
            <a:r>
              <a:rPr lang="tr-TR" sz="1600" dirty="0">
                <a:solidFill>
                  <a:srgbClr val="000000"/>
                </a:solidFill>
                <a:latin typeface="Tahoma" panose="020B0604030504040204" pitchFamily="34" charset="0"/>
              </a:rPr>
              <a:t>Parçala ve çöz</a:t>
            </a:r>
          </a:p>
          <a:p>
            <a:pPr lvl="2"/>
            <a:endParaRPr lang="tr-TR" sz="1200" dirty="0">
              <a:solidFill>
                <a:srgbClr val="000000"/>
              </a:solidFill>
              <a:latin typeface="Tahoma" panose="020B0604030504040204" pitchFamily="34" charset="0"/>
            </a:endParaRPr>
          </a:p>
          <a:p>
            <a:pPr marL="384048" lvl="2" indent="0">
              <a:buNone/>
            </a:pPr>
            <a:r>
              <a:rPr lang="tr-TR" sz="2800" b="0" i="0" u="none" strike="noStrike" baseline="0" dirty="0">
                <a:solidFill>
                  <a:srgbClr val="FF0000"/>
                </a:solidFill>
                <a:latin typeface="Tahoma" panose="020B0604030504040204" pitchFamily="34" charset="0"/>
              </a:rPr>
              <a:t>Uyarı : </a:t>
            </a:r>
          </a:p>
          <a:p>
            <a:pPr lvl="1"/>
            <a:r>
              <a:rPr lang="tr-TR" sz="1600" b="0" i="0" u="none" strike="noStrike" baseline="0" dirty="0">
                <a:solidFill>
                  <a:srgbClr val="000000"/>
                </a:solidFill>
                <a:latin typeface="Tahoma" panose="020B0604030504040204" pitchFamily="34" charset="0"/>
              </a:rPr>
              <a:t>Veri madenciliği yöntemleri bilinçsiz olarak kullanılmamalı</a:t>
            </a:r>
          </a:p>
          <a:p>
            <a:pPr lvl="1"/>
            <a:r>
              <a:rPr lang="tr-TR" sz="1600" b="0" i="0" u="none" strike="noStrike" baseline="0" dirty="0">
                <a:solidFill>
                  <a:srgbClr val="000000"/>
                </a:solidFill>
                <a:latin typeface="Tahoma" panose="020B0604030504040204" pitchFamily="34" charset="0"/>
              </a:rPr>
              <a:t>Veri madenciliği yöntemleri geçmiş olaylara bakarak örüntüler bulur: Gelecekteki olaylar geçmiştekilerle aynı değildir.</a:t>
            </a:r>
          </a:p>
          <a:p>
            <a:pPr lvl="1"/>
            <a:r>
              <a:rPr lang="tr-TR" sz="1600" b="0" i="0" u="none" strike="noStrike" baseline="0" dirty="0">
                <a:solidFill>
                  <a:srgbClr val="000000"/>
                </a:solidFill>
                <a:latin typeface="Tahoma" panose="020B0604030504040204" pitchFamily="34" charset="0"/>
              </a:rPr>
              <a:t>İlişkiler her zaman nedenleri açıklamaz</a:t>
            </a:r>
          </a:p>
        </p:txBody>
      </p:sp>
      <p:sp>
        <p:nvSpPr>
          <p:cNvPr id="4" name="Alt Bilgi Yer Tutucusu 3">
            <a:extLst>
              <a:ext uri="{FF2B5EF4-FFF2-40B4-BE49-F238E27FC236}">
                <a16:creationId xmlns:a16="http://schemas.microsoft.com/office/drawing/2014/main" id="{1696EB29-83C4-B1D7-3C83-46E22F5C6742}"/>
              </a:ext>
            </a:extLst>
          </p:cNvPr>
          <p:cNvSpPr>
            <a:spLocks noGrp="1"/>
          </p:cNvSpPr>
          <p:nvPr>
            <p:ph type="ftr" sz="quarter" idx="11"/>
          </p:nvPr>
        </p:nvSpPr>
        <p:spPr/>
        <p:txBody>
          <a:bodyPr/>
          <a:lstStyle/>
          <a:p>
            <a:r>
              <a:rPr lang="tr-TR"/>
              <a:t>ISE 216 VERİ BİLİMİ İÇİN İSTATİSTİK</a:t>
            </a:r>
          </a:p>
        </p:txBody>
      </p:sp>
      <p:sp>
        <p:nvSpPr>
          <p:cNvPr id="5" name="Slayt Numarası Yer Tutucusu 4">
            <a:extLst>
              <a:ext uri="{FF2B5EF4-FFF2-40B4-BE49-F238E27FC236}">
                <a16:creationId xmlns:a16="http://schemas.microsoft.com/office/drawing/2014/main" id="{20C3DA16-872D-125E-FF5E-3E34E7086032}"/>
              </a:ext>
            </a:extLst>
          </p:cNvPr>
          <p:cNvSpPr>
            <a:spLocks noGrp="1"/>
          </p:cNvSpPr>
          <p:nvPr>
            <p:ph type="sldNum" sz="quarter" idx="12"/>
          </p:nvPr>
        </p:nvSpPr>
        <p:spPr/>
        <p:txBody>
          <a:bodyPr/>
          <a:lstStyle/>
          <a:p>
            <a:fld id="{CAD58A22-19B7-4B53-A5D7-CAF60E6DE0A4}" type="slidenum">
              <a:rPr lang="tr-TR" smtClean="0"/>
              <a:t>33</a:t>
            </a:fld>
            <a:endParaRPr lang="tr-TR"/>
          </a:p>
        </p:txBody>
      </p:sp>
    </p:spTree>
    <p:extLst>
      <p:ext uri="{BB962C8B-B14F-4D97-AF65-F5344CB8AC3E}">
        <p14:creationId xmlns:p14="http://schemas.microsoft.com/office/powerpoint/2010/main" val="29370767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9E80720-23E6-4B89-B77E-04A7689F1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1D3CA1-3EB6-41F3-A419-8424B56BE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Başlık 1">
            <a:extLst>
              <a:ext uri="{FF2B5EF4-FFF2-40B4-BE49-F238E27FC236}">
                <a16:creationId xmlns:a16="http://schemas.microsoft.com/office/drawing/2014/main" id="{E923A5B9-8B67-0D4F-DC62-33D6F59056E3}"/>
              </a:ext>
            </a:extLst>
          </p:cNvPr>
          <p:cNvSpPr>
            <a:spLocks noGrp="1"/>
          </p:cNvSpPr>
          <p:nvPr>
            <p:ph type="title"/>
          </p:nvPr>
        </p:nvSpPr>
        <p:spPr>
          <a:xfrm>
            <a:off x="1066800" y="5252936"/>
            <a:ext cx="10058400" cy="1028715"/>
          </a:xfrm>
        </p:spPr>
        <p:txBody>
          <a:bodyPr>
            <a:normAutofit/>
          </a:bodyPr>
          <a:lstStyle/>
          <a:p>
            <a:pPr algn="ctr"/>
            <a:r>
              <a:rPr lang="tr-TR" dirty="0">
                <a:solidFill>
                  <a:srgbClr val="FFFFFF"/>
                </a:solidFill>
              </a:rPr>
              <a:t>Sektörel Uygulama Örnekleri </a:t>
            </a:r>
          </a:p>
        </p:txBody>
      </p:sp>
      <p:sp>
        <p:nvSpPr>
          <p:cNvPr id="15" name="Rectangle 14">
            <a:extLst>
              <a:ext uri="{FF2B5EF4-FFF2-40B4-BE49-F238E27FC236}">
                <a16:creationId xmlns:a16="http://schemas.microsoft.com/office/drawing/2014/main" id="{4D87F7B2-AA36-4B58-BC2C-1BBA135E8B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4" name="Alt Bilgi Yer Tutucusu 3">
            <a:extLst>
              <a:ext uri="{FF2B5EF4-FFF2-40B4-BE49-F238E27FC236}">
                <a16:creationId xmlns:a16="http://schemas.microsoft.com/office/drawing/2014/main" id="{585DFAAF-F1FE-0E57-8934-38F09269BC70}"/>
              </a:ext>
            </a:extLst>
          </p:cNvPr>
          <p:cNvSpPr>
            <a:spLocks noGrp="1"/>
          </p:cNvSpPr>
          <p:nvPr>
            <p:ph type="ftr" sz="quarter" idx="11"/>
          </p:nvPr>
        </p:nvSpPr>
        <p:spPr>
          <a:xfrm>
            <a:off x="3686185" y="6459785"/>
            <a:ext cx="4822804" cy="365125"/>
          </a:xfrm>
        </p:spPr>
        <p:txBody>
          <a:bodyPr>
            <a:normAutofit/>
          </a:bodyPr>
          <a:lstStyle/>
          <a:p>
            <a:pPr>
              <a:spcAft>
                <a:spcPts val="600"/>
              </a:spcAft>
            </a:pPr>
            <a:r>
              <a:rPr lang="tr-TR"/>
              <a:t>ISE 216 VERİ BİLİMİ İÇİN İSTATİSTİK</a:t>
            </a:r>
          </a:p>
        </p:txBody>
      </p:sp>
      <p:sp>
        <p:nvSpPr>
          <p:cNvPr id="5" name="Slayt Numarası Yer Tutucusu 4">
            <a:extLst>
              <a:ext uri="{FF2B5EF4-FFF2-40B4-BE49-F238E27FC236}">
                <a16:creationId xmlns:a16="http://schemas.microsoft.com/office/drawing/2014/main" id="{A140F79D-BED7-F691-659C-620C4F3A213F}"/>
              </a:ext>
            </a:extLst>
          </p:cNvPr>
          <p:cNvSpPr>
            <a:spLocks noGrp="1"/>
          </p:cNvSpPr>
          <p:nvPr>
            <p:ph type="sldNum" sz="quarter" idx="12"/>
          </p:nvPr>
        </p:nvSpPr>
        <p:spPr>
          <a:xfrm>
            <a:off x="9900458" y="6459785"/>
            <a:ext cx="1312025" cy="365125"/>
          </a:xfrm>
        </p:spPr>
        <p:txBody>
          <a:bodyPr>
            <a:normAutofit/>
          </a:bodyPr>
          <a:lstStyle/>
          <a:p>
            <a:pPr>
              <a:spcAft>
                <a:spcPts val="600"/>
              </a:spcAft>
            </a:pPr>
            <a:fld id="{CAD58A22-19B7-4B53-A5D7-CAF60E6DE0A4}" type="slidenum">
              <a:rPr lang="tr-TR" smtClean="0"/>
              <a:pPr>
                <a:spcAft>
                  <a:spcPts val="600"/>
                </a:spcAft>
              </a:pPr>
              <a:t>34</a:t>
            </a:fld>
            <a:endParaRPr lang="tr-TR"/>
          </a:p>
        </p:txBody>
      </p:sp>
      <p:graphicFrame>
        <p:nvGraphicFramePr>
          <p:cNvPr id="7" name="İçerik Yer Tutucusu 2">
            <a:extLst>
              <a:ext uri="{FF2B5EF4-FFF2-40B4-BE49-F238E27FC236}">
                <a16:creationId xmlns:a16="http://schemas.microsoft.com/office/drawing/2014/main" id="{7303D4C4-0E14-C492-F40B-E6BA1B9F88C1}"/>
              </a:ext>
            </a:extLst>
          </p:cNvPr>
          <p:cNvGraphicFramePr>
            <a:graphicFrameLocks noGrp="1"/>
          </p:cNvGraphicFramePr>
          <p:nvPr>
            <p:ph idx="1"/>
            <p:extLst>
              <p:ext uri="{D42A27DB-BD31-4B8C-83A1-F6EECF244321}">
                <p14:modId xmlns:p14="http://schemas.microsoft.com/office/powerpoint/2010/main" val="1136072996"/>
              </p:ext>
            </p:extLst>
          </p:nvPr>
        </p:nvGraphicFramePr>
        <p:xfrm>
          <a:off x="643466" y="643467"/>
          <a:ext cx="10900477" cy="36192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908733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9E80720-23E6-4B89-B77E-04A7689F1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1D3CA1-3EB6-41F3-A419-8424B56BE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Başlık 1">
            <a:extLst>
              <a:ext uri="{FF2B5EF4-FFF2-40B4-BE49-F238E27FC236}">
                <a16:creationId xmlns:a16="http://schemas.microsoft.com/office/drawing/2014/main" id="{DBFD1734-5824-9E88-58E2-E48D689B7713}"/>
              </a:ext>
            </a:extLst>
          </p:cNvPr>
          <p:cNvSpPr>
            <a:spLocks noGrp="1"/>
          </p:cNvSpPr>
          <p:nvPr>
            <p:ph type="title"/>
          </p:nvPr>
        </p:nvSpPr>
        <p:spPr>
          <a:xfrm>
            <a:off x="1066800" y="5252936"/>
            <a:ext cx="10058400" cy="1028715"/>
          </a:xfrm>
        </p:spPr>
        <p:txBody>
          <a:bodyPr>
            <a:normAutofit/>
          </a:bodyPr>
          <a:lstStyle/>
          <a:p>
            <a:pPr algn="ctr"/>
            <a:r>
              <a:rPr lang="tr-TR">
                <a:solidFill>
                  <a:srgbClr val="FFFFFF"/>
                </a:solidFill>
              </a:rPr>
              <a:t>Sektörel Uygulama Örnekleri</a:t>
            </a:r>
          </a:p>
        </p:txBody>
      </p:sp>
      <p:sp>
        <p:nvSpPr>
          <p:cNvPr id="15" name="Rectangle 14">
            <a:extLst>
              <a:ext uri="{FF2B5EF4-FFF2-40B4-BE49-F238E27FC236}">
                <a16:creationId xmlns:a16="http://schemas.microsoft.com/office/drawing/2014/main" id="{4D87F7B2-AA36-4B58-BC2C-1BBA135E8B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4" name="Alt Bilgi Yer Tutucusu 3">
            <a:extLst>
              <a:ext uri="{FF2B5EF4-FFF2-40B4-BE49-F238E27FC236}">
                <a16:creationId xmlns:a16="http://schemas.microsoft.com/office/drawing/2014/main" id="{C246DCF8-3C1E-1F83-7D07-FE66119BDD41}"/>
              </a:ext>
            </a:extLst>
          </p:cNvPr>
          <p:cNvSpPr>
            <a:spLocks noGrp="1"/>
          </p:cNvSpPr>
          <p:nvPr>
            <p:ph type="ftr" sz="quarter" idx="11"/>
          </p:nvPr>
        </p:nvSpPr>
        <p:spPr>
          <a:xfrm>
            <a:off x="3686185" y="6459785"/>
            <a:ext cx="4822804" cy="365125"/>
          </a:xfrm>
        </p:spPr>
        <p:txBody>
          <a:bodyPr>
            <a:normAutofit/>
          </a:bodyPr>
          <a:lstStyle/>
          <a:p>
            <a:pPr>
              <a:spcAft>
                <a:spcPts val="600"/>
              </a:spcAft>
            </a:pPr>
            <a:r>
              <a:rPr lang="tr-TR"/>
              <a:t>ISE 216 VERİ BİLİMİ İÇİN İSTATİSTİK</a:t>
            </a:r>
          </a:p>
        </p:txBody>
      </p:sp>
      <p:sp>
        <p:nvSpPr>
          <p:cNvPr id="5" name="Slayt Numarası Yer Tutucusu 4">
            <a:extLst>
              <a:ext uri="{FF2B5EF4-FFF2-40B4-BE49-F238E27FC236}">
                <a16:creationId xmlns:a16="http://schemas.microsoft.com/office/drawing/2014/main" id="{617EE1F1-31A4-3BA8-88F2-DA9AF5B10F71}"/>
              </a:ext>
            </a:extLst>
          </p:cNvPr>
          <p:cNvSpPr>
            <a:spLocks noGrp="1"/>
          </p:cNvSpPr>
          <p:nvPr>
            <p:ph type="sldNum" sz="quarter" idx="12"/>
          </p:nvPr>
        </p:nvSpPr>
        <p:spPr>
          <a:xfrm>
            <a:off x="9900458" y="6459785"/>
            <a:ext cx="1312025" cy="365125"/>
          </a:xfrm>
        </p:spPr>
        <p:txBody>
          <a:bodyPr>
            <a:normAutofit/>
          </a:bodyPr>
          <a:lstStyle/>
          <a:p>
            <a:pPr>
              <a:spcAft>
                <a:spcPts val="600"/>
              </a:spcAft>
            </a:pPr>
            <a:fld id="{CAD58A22-19B7-4B53-A5D7-CAF60E6DE0A4}" type="slidenum">
              <a:rPr lang="tr-TR" smtClean="0"/>
              <a:pPr>
                <a:spcAft>
                  <a:spcPts val="600"/>
                </a:spcAft>
              </a:pPr>
              <a:t>35</a:t>
            </a:fld>
            <a:endParaRPr lang="tr-TR"/>
          </a:p>
        </p:txBody>
      </p:sp>
      <p:graphicFrame>
        <p:nvGraphicFramePr>
          <p:cNvPr id="7" name="İçerik Yer Tutucusu 2">
            <a:extLst>
              <a:ext uri="{FF2B5EF4-FFF2-40B4-BE49-F238E27FC236}">
                <a16:creationId xmlns:a16="http://schemas.microsoft.com/office/drawing/2014/main" id="{3D6227B4-9B27-4ECC-B578-A16D312CC7FE}"/>
              </a:ext>
            </a:extLst>
          </p:cNvPr>
          <p:cNvGraphicFramePr>
            <a:graphicFrameLocks noGrp="1"/>
          </p:cNvGraphicFramePr>
          <p:nvPr>
            <p:ph idx="1"/>
            <p:extLst>
              <p:ext uri="{D42A27DB-BD31-4B8C-83A1-F6EECF244321}">
                <p14:modId xmlns:p14="http://schemas.microsoft.com/office/powerpoint/2010/main" val="2711654604"/>
              </p:ext>
            </p:extLst>
          </p:nvPr>
        </p:nvGraphicFramePr>
        <p:xfrm>
          <a:off x="643466" y="643467"/>
          <a:ext cx="10900477" cy="36192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71089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37729AC-AA39-B6FE-E1D5-408EDE530357}"/>
              </a:ext>
            </a:extLst>
          </p:cNvPr>
          <p:cNvSpPr>
            <a:spLocks noGrp="1"/>
          </p:cNvSpPr>
          <p:nvPr>
            <p:ph type="title"/>
          </p:nvPr>
        </p:nvSpPr>
        <p:spPr>
          <a:xfrm>
            <a:off x="1097280" y="286603"/>
            <a:ext cx="10058400" cy="1450757"/>
          </a:xfrm>
        </p:spPr>
        <p:txBody>
          <a:bodyPr>
            <a:normAutofit/>
          </a:bodyPr>
          <a:lstStyle/>
          <a:p>
            <a:r>
              <a:rPr lang="tr-TR"/>
              <a:t>Sektörel Uygulama Örnekleri</a:t>
            </a:r>
            <a:endParaRPr lang="tr-TR" dirty="0"/>
          </a:p>
        </p:txBody>
      </p:sp>
      <p:sp>
        <p:nvSpPr>
          <p:cNvPr id="3" name="İçerik Yer Tutucusu 2">
            <a:extLst>
              <a:ext uri="{FF2B5EF4-FFF2-40B4-BE49-F238E27FC236}">
                <a16:creationId xmlns:a16="http://schemas.microsoft.com/office/drawing/2014/main" id="{4C90061B-807A-7915-BFF3-D5A589DA6496}"/>
              </a:ext>
            </a:extLst>
          </p:cNvPr>
          <p:cNvSpPr>
            <a:spLocks noGrp="1"/>
          </p:cNvSpPr>
          <p:nvPr>
            <p:ph idx="1"/>
          </p:nvPr>
        </p:nvSpPr>
        <p:spPr>
          <a:xfrm>
            <a:off x="1097279" y="1845734"/>
            <a:ext cx="6454987" cy="4023360"/>
          </a:xfrm>
        </p:spPr>
        <p:txBody>
          <a:bodyPr>
            <a:normAutofit/>
          </a:bodyPr>
          <a:lstStyle/>
          <a:p>
            <a:pPr marL="0" indent="0">
              <a:buNone/>
            </a:pPr>
            <a:r>
              <a:rPr lang="tr-TR" sz="2400" dirty="0"/>
              <a:t> </a:t>
            </a:r>
            <a:r>
              <a:rPr lang="tr-TR" sz="2400" b="1" dirty="0"/>
              <a:t>Borsa ve Menkul Kıymetler</a:t>
            </a:r>
          </a:p>
          <a:p>
            <a:pPr>
              <a:buFont typeface="Wingdings" panose="05000000000000000000" pitchFamily="2" charset="2"/>
              <a:buChar char="q"/>
            </a:pPr>
            <a:r>
              <a:rPr lang="tr-TR" sz="2400" dirty="0"/>
              <a:t> Belirli hisse fiyatlarının ne kadar ve ne zaman değişeceğinin tahmini </a:t>
            </a:r>
          </a:p>
          <a:p>
            <a:pPr>
              <a:buFont typeface="Wingdings" panose="05000000000000000000" pitchFamily="2" charset="2"/>
              <a:buChar char="q"/>
            </a:pPr>
            <a:r>
              <a:rPr lang="tr-TR" sz="2400" dirty="0"/>
              <a:t>Sermaye dalgalanmalarının yönü ve oranının tahmini</a:t>
            </a:r>
          </a:p>
          <a:p>
            <a:pPr>
              <a:buFont typeface="Wingdings" panose="05000000000000000000" pitchFamily="2" charset="2"/>
              <a:buChar char="q"/>
            </a:pPr>
            <a:r>
              <a:rPr lang="tr-TR" sz="2400" dirty="0"/>
              <a:t> Bazı olaylar ve konuların pazardaki hareketliliğe etkisinin değerlendirilmesi </a:t>
            </a:r>
          </a:p>
          <a:p>
            <a:pPr>
              <a:buFont typeface="Wingdings" panose="05000000000000000000" pitchFamily="2" charset="2"/>
              <a:buChar char="q"/>
            </a:pPr>
            <a:r>
              <a:rPr lang="tr-TR" sz="2400" dirty="0"/>
              <a:t>Menkul kıymetler ticaretindeki şüpheli aktivitelerin tespiti ve önlenmesi</a:t>
            </a:r>
          </a:p>
        </p:txBody>
      </p:sp>
      <p:pic>
        <p:nvPicPr>
          <p:cNvPr id="9" name="Graphic 8" descr="Bitcoin">
            <a:extLst>
              <a:ext uri="{FF2B5EF4-FFF2-40B4-BE49-F238E27FC236}">
                <a16:creationId xmlns:a16="http://schemas.microsoft.com/office/drawing/2014/main" id="{52826A8A-CD17-8E9F-5B76-917703488B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20570" y="2084269"/>
            <a:ext cx="3135109" cy="3135109"/>
          </a:xfrm>
          <a:prstGeom prst="rect">
            <a:avLst/>
          </a:prstGeom>
        </p:spPr>
      </p:pic>
      <p:sp>
        <p:nvSpPr>
          <p:cNvPr id="4" name="Alt Bilgi Yer Tutucusu 3">
            <a:extLst>
              <a:ext uri="{FF2B5EF4-FFF2-40B4-BE49-F238E27FC236}">
                <a16:creationId xmlns:a16="http://schemas.microsoft.com/office/drawing/2014/main" id="{50FA1821-831A-7BF8-1332-C912EA9DFA69}"/>
              </a:ext>
            </a:extLst>
          </p:cNvPr>
          <p:cNvSpPr>
            <a:spLocks noGrp="1"/>
          </p:cNvSpPr>
          <p:nvPr>
            <p:ph type="ftr" sz="quarter" idx="11"/>
          </p:nvPr>
        </p:nvSpPr>
        <p:spPr>
          <a:xfrm>
            <a:off x="3686185" y="6459785"/>
            <a:ext cx="4822804" cy="365125"/>
          </a:xfrm>
        </p:spPr>
        <p:txBody>
          <a:bodyPr>
            <a:normAutofit/>
          </a:bodyPr>
          <a:lstStyle/>
          <a:p>
            <a:pPr>
              <a:spcAft>
                <a:spcPts val="600"/>
              </a:spcAft>
            </a:pPr>
            <a:r>
              <a:rPr lang="tr-TR"/>
              <a:t>ISE 216 VERİ BİLİMİ İÇİN İSTATİSTİK</a:t>
            </a:r>
          </a:p>
        </p:txBody>
      </p:sp>
      <p:sp>
        <p:nvSpPr>
          <p:cNvPr id="5" name="Slayt Numarası Yer Tutucusu 4">
            <a:extLst>
              <a:ext uri="{FF2B5EF4-FFF2-40B4-BE49-F238E27FC236}">
                <a16:creationId xmlns:a16="http://schemas.microsoft.com/office/drawing/2014/main" id="{F814C769-9022-A359-D41B-DB75F6B42F3A}"/>
              </a:ext>
            </a:extLst>
          </p:cNvPr>
          <p:cNvSpPr>
            <a:spLocks noGrp="1"/>
          </p:cNvSpPr>
          <p:nvPr>
            <p:ph type="sldNum" sz="quarter" idx="12"/>
          </p:nvPr>
        </p:nvSpPr>
        <p:spPr>
          <a:xfrm>
            <a:off x="9900458" y="6459785"/>
            <a:ext cx="1312025" cy="365125"/>
          </a:xfrm>
        </p:spPr>
        <p:txBody>
          <a:bodyPr>
            <a:normAutofit/>
          </a:bodyPr>
          <a:lstStyle/>
          <a:p>
            <a:pPr>
              <a:spcAft>
                <a:spcPts val="600"/>
              </a:spcAft>
            </a:pPr>
            <a:fld id="{CAD58A22-19B7-4B53-A5D7-CAF60E6DE0A4}" type="slidenum">
              <a:rPr lang="tr-TR" smtClean="0"/>
              <a:pPr>
                <a:spcAft>
                  <a:spcPts val="600"/>
                </a:spcAft>
              </a:pPr>
              <a:t>36</a:t>
            </a:fld>
            <a:endParaRPr lang="tr-TR"/>
          </a:p>
        </p:txBody>
      </p:sp>
    </p:spTree>
    <p:extLst>
      <p:ext uri="{BB962C8B-B14F-4D97-AF65-F5344CB8AC3E}">
        <p14:creationId xmlns:p14="http://schemas.microsoft.com/office/powerpoint/2010/main" val="24867233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7575338-AF41-F510-69CA-D4F5A3DB45D0}"/>
              </a:ext>
            </a:extLst>
          </p:cNvPr>
          <p:cNvSpPr>
            <a:spLocks noGrp="1"/>
          </p:cNvSpPr>
          <p:nvPr>
            <p:ph type="title"/>
          </p:nvPr>
        </p:nvSpPr>
        <p:spPr>
          <a:xfrm>
            <a:off x="1097280" y="286603"/>
            <a:ext cx="10058400" cy="1450757"/>
          </a:xfrm>
        </p:spPr>
        <p:txBody>
          <a:bodyPr>
            <a:normAutofit/>
          </a:bodyPr>
          <a:lstStyle/>
          <a:p>
            <a:r>
              <a:rPr lang="tr-TR"/>
              <a:t>Sektörel Uygulama Örnekleri</a:t>
            </a:r>
            <a:endParaRPr lang="tr-TR" dirty="0"/>
          </a:p>
        </p:txBody>
      </p:sp>
      <p:sp>
        <p:nvSpPr>
          <p:cNvPr id="22" name="İçerik Yer Tutucusu 2">
            <a:extLst>
              <a:ext uri="{FF2B5EF4-FFF2-40B4-BE49-F238E27FC236}">
                <a16:creationId xmlns:a16="http://schemas.microsoft.com/office/drawing/2014/main" id="{D8ED51F4-C9E2-23D5-3ABF-3FEA89AE2E55}"/>
              </a:ext>
            </a:extLst>
          </p:cNvPr>
          <p:cNvSpPr>
            <a:spLocks noGrp="1"/>
          </p:cNvSpPr>
          <p:nvPr>
            <p:ph idx="1"/>
          </p:nvPr>
        </p:nvSpPr>
        <p:spPr>
          <a:xfrm>
            <a:off x="1097279" y="1845734"/>
            <a:ext cx="6454987" cy="4023360"/>
          </a:xfrm>
        </p:spPr>
        <p:txBody>
          <a:bodyPr>
            <a:normAutofit/>
          </a:bodyPr>
          <a:lstStyle/>
          <a:p>
            <a:r>
              <a:rPr lang="tr-TR" sz="2800" b="1"/>
              <a:t>Güvenlik ve Hukuk </a:t>
            </a:r>
          </a:p>
          <a:p>
            <a:pPr>
              <a:buFont typeface="Wingdings" panose="05000000000000000000" pitchFamily="2" charset="2"/>
              <a:buChar char="q"/>
            </a:pPr>
            <a:r>
              <a:rPr lang="tr-TR" sz="2800"/>
              <a:t> Suç ve terörizm ile ilgili örüntülerin tespit edilmesi</a:t>
            </a:r>
          </a:p>
          <a:p>
            <a:pPr>
              <a:buFont typeface="Wingdings" panose="05000000000000000000" pitchFamily="2" charset="2"/>
              <a:buChar char="q"/>
            </a:pPr>
            <a:r>
              <a:rPr lang="tr-TR" sz="2800"/>
              <a:t> Biyolojik ve kimyasal saldırıların tespiti ve ortadan kaldırılması </a:t>
            </a:r>
          </a:p>
          <a:p>
            <a:pPr>
              <a:buFont typeface="Wingdings" panose="05000000000000000000" pitchFamily="2" charset="2"/>
              <a:buChar char="q"/>
            </a:pPr>
            <a:r>
              <a:rPr lang="tr-TR" sz="2800"/>
              <a:t> Bilgi altyapısına yönelik kötü niyetli atakların tespiti ve durdurulması</a:t>
            </a:r>
            <a:endParaRPr lang="tr-TR" sz="2800" dirty="0"/>
          </a:p>
        </p:txBody>
      </p:sp>
      <p:pic>
        <p:nvPicPr>
          <p:cNvPr id="9" name="Graphic 8" descr="Radyoaktif">
            <a:extLst>
              <a:ext uri="{FF2B5EF4-FFF2-40B4-BE49-F238E27FC236}">
                <a16:creationId xmlns:a16="http://schemas.microsoft.com/office/drawing/2014/main" id="{03636F3D-51E9-ECD4-C4BE-551581DDC15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20570" y="2084269"/>
            <a:ext cx="3135109" cy="3135109"/>
          </a:xfrm>
          <a:prstGeom prst="rect">
            <a:avLst/>
          </a:prstGeom>
        </p:spPr>
      </p:pic>
      <p:sp>
        <p:nvSpPr>
          <p:cNvPr id="4" name="Alt Bilgi Yer Tutucusu 3">
            <a:extLst>
              <a:ext uri="{FF2B5EF4-FFF2-40B4-BE49-F238E27FC236}">
                <a16:creationId xmlns:a16="http://schemas.microsoft.com/office/drawing/2014/main" id="{8C2F4E14-5219-F7F1-CEE3-709E790AB829}"/>
              </a:ext>
            </a:extLst>
          </p:cNvPr>
          <p:cNvSpPr>
            <a:spLocks noGrp="1"/>
          </p:cNvSpPr>
          <p:nvPr>
            <p:ph type="ftr" sz="quarter" idx="11"/>
          </p:nvPr>
        </p:nvSpPr>
        <p:spPr>
          <a:xfrm>
            <a:off x="3686185" y="6459785"/>
            <a:ext cx="4822804" cy="365125"/>
          </a:xfrm>
        </p:spPr>
        <p:txBody>
          <a:bodyPr>
            <a:normAutofit/>
          </a:bodyPr>
          <a:lstStyle/>
          <a:p>
            <a:pPr>
              <a:spcAft>
                <a:spcPts val="600"/>
              </a:spcAft>
            </a:pPr>
            <a:r>
              <a:rPr lang="tr-TR"/>
              <a:t>ISE 216 VERİ BİLİMİ İÇİN İSTATİSTİK</a:t>
            </a:r>
          </a:p>
        </p:txBody>
      </p:sp>
      <p:sp>
        <p:nvSpPr>
          <p:cNvPr id="5" name="Slayt Numarası Yer Tutucusu 4">
            <a:extLst>
              <a:ext uri="{FF2B5EF4-FFF2-40B4-BE49-F238E27FC236}">
                <a16:creationId xmlns:a16="http://schemas.microsoft.com/office/drawing/2014/main" id="{48A7254B-8A71-981D-9BCB-ECC82318BE79}"/>
              </a:ext>
            </a:extLst>
          </p:cNvPr>
          <p:cNvSpPr>
            <a:spLocks noGrp="1"/>
          </p:cNvSpPr>
          <p:nvPr>
            <p:ph type="sldNum" sz="quarter" idx="12"/>
          </p:nvPr>
        </p:nvSpPr>
        <p:spPr>
          <a:xfrm>
            <a:off x="9900458" y="6459785"/>
            <a:ext cx="1312025" cy="365125"/>
          </a:xfrm>
        </p:spPr>
        <p:txBody>
          <a:bodyPr>
            <a:normAutofit/>
          </a:bodyPr>
          <a:lstStyle/>
          <a:p>
            <a:pPr>
              <a:spcAft>
                <a:spcPts val="600"/>
              </a:spcAft>
            </a:pPr>
            <a:fld id="{CAD58A22-19B7-4B53-A5D7-CAF60E6DE0A4}" type="slidenum">
              <a:rPr lang="tr-TR" smtClean="0"/>
              <a:pPr>
                <a:spcAft>
                  <a:spcPts val="600"/>
                </a:spcAft>
              </a:pPr>
              <a:t>37</a:t>
            </a:fld>
            <a:endParaRPr lang="tr-TR"/>
          </a:p>
        </p:txBody>
      </p:sp>
    </p:spTree>
    <p:extLst>
      <p:ext uri="{BB962C8B-B14F-4D97-AF65-F5344CB8AC3E}">
        <p14:creationId xmlns:p14="http://schemas.microsoft.com/office/powerpoint/2010/main" val="17252784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10">
            <a:extLst>
              <a:ext uri="{FF2B5EF4-FFF2-40B4-BE49-F238E27FC236}">
                <a16:creationId xmlns:a16="http://schemas.microsoft.com/office/drawing/2014/main" id="{F9E80720-23E6-4B89-B77E-04A7689F1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12">
            <a:extLst>
              <a:ext uri="{FF2B5EF4-FFF2-40B4-BE49-F238E27FC236}">
                <a16:creationId xmlns:a16="http://schemas.microsoft.com/office/drawing/2014/main" id="{CD1D3CA1-3EB6-41F3-A419-8424B56BE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Başlık 1">
            <a:extLst>
              <a:ext uri="{FF2B5EF4-FFF2-40B4-BE49-F238E27FC236}">
                <a16:creationId xmlns:a16="http://schemas.microsoft.com/office/drawing/2014/main" id="{E923A5B9-8B67-0D4F-DC62-33D6F59056E3}"/>
              </a:ext>
            </a:extLst>
          </p:cNvPr>
          <p:cNvSpPr>
            <a:spLocks noGrp="1"/>
          </p:cNvSpPr>
          <p:nvPr>
            <p:ph type="title"/>
          </p:nvPr>
        </p:nvSpPr>
        <p:spPr>
          <a:xfrm>
            <a:off x="1066800" y="5252936"/>
            <a:ext cx="10058400" cy="1028715"/>
          </a:xfrm>
        </p:spPr>
        <p:txBody>
          <a:bodyPr>
            <a:normAutofit/>
          </a:bodyPr>
          <a:lstStyle/>
          <a:p>
            <a:pPr algn="ctr"/>
            <a:r>
              <a:rPr lang="tr-TR">
                <a:solidFill>
                  <a:srgbClr val="FFFFFF"/>
                </a:solidFill>
              </a:rPr>
              <a:t>Sektörel Uygulama Örnekleri</a:t>
            </a:r>
          </a:p>
        </p:txBody>
      </p:sp>
      <p:sp>
        <p:nvSpPr>
          <p:cNvPr id="34" name="Rectangle 14">
            <a:extLst>
              <a:ext uri="{FF2B5EF4-FFF2-40B4-BE49-F238E27FC236}">
                <a16:creationId xmlns:a16="http://schemas.microsoft.com/office/drawing/2014/main" id="{4D87F7B2-AA36-4B58-BC2C-1BBA135E8B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4" name="Alt Bilgi Yer Tutucusu 3">
            <a:extLst>
              <a:ext uri="{FF2B5EF4-FFF2-40B4-BE49-F238E27FC236}">
                <a16:creationId xmlns:a16="http://schemas.microsoft.com/office/drawing/2014/main" id="{585DFAAF-F1FE-0E57-8934-38F09269BC70}"/>
              </a:ext>
            </a:extLst>
          </p:cNvPr>
          <p:cNvSpPr>
            <a:spLocks noGrp="1"/>
          </p:cNvSpPr>
          <p:nvPr>
            <p:ph type="ftr" sz="quarter" idx="11"/>
          </p:nvPr>
        </p:nvSpPr>
        <p:spPr>
          <a:xfrm>
            <a:off x="3686185" y="6459785"/>
            <a:ext cx="4822804" cy="365125"/>
          </a:xfrm>
        </p:spPr>
        <p:txBody>
          <a:bodyPr>
            <a:normAutofit/>
          </a:bodyPr>
          <a:lstStyle/>
          <a:p>
            <a:pPr>
              <a:spcAft>
                <a:spcPts val="600"/>
              </a:spcAft>
            </a:pPr>
            <a:r>
              <a:rPr lang="tr-TR"/>
              <a:t>ISE 216 VERİ BİLİMİ İÇİN İSTATİSTİK</a:t>
            </a:r>
          </a:p>
        </p:txBody>
      </p:sp>
      <p:sp>
        <p:nvSpPr>
          <p:cNvPr id="5" name="Slayt Numarası Yer Tutucusu 4">
            <a:extLst>
              <a:ext uri="{FF2B5EF4-FFF2-40B4-BE49-F238E27FC236}">
                <a16:creationId xmlns:a16="http://schemas.microsoft.com/office/drawing/2014/main" id="{A140F79D-BED7-F691-659C-620C4F3A213F}"/>
              </a:ext>
            </a:extLst>
          </p:cNvPr>
          <p:cNvSpPr>
            <a:spLocks noGrp="1"/>
          </p:cNvSpPr>
          <p:nvPr>
            <p:ph type="sldNum" sz="quarter" idx="12"/>
          </p:nvPr>
        </p:nvSpPr>
        <p:spPr>
          <a:xfrm>
            <a:off x="9900458" y="6459785"/>
            <a:ext cx="1312025" cy="365125"/>
          </a:xfrm>
        </p:spPr>
        <p:txBody>
          <a:bodyPr>
            <a:normAutofit/>
          </a:bodyPr>
          <a:lstStyle/>
          <a:p>
            <a:pPr>
              <a:spcAft>
                <a:spcPts val="600"/>
              </a:spcAft>
            </a:pPr>
            <a:fld id="{CAD58A22-19B7-4B53-A5D7-CAF60E6DE0A4}" type="slidenum">
              <a:rPr lang="tr-TR" smtClean="0"/>
              <a:pPr>
                <a:spcAft>
                  <a:spcPts val="600"/>
                </a:spcAft>
              </a:pPr>
              <a:t>38</a:t>
            </a:fld>
            <a:endParaRPr lang="tr-TR"/>
          </a:p>
        </p:txBody>
      </p:sp>
      <p:graphicFrame>
        <p:nvGraphicFramePr>
          <p:cNvPr id="7" name="İçerik Yer Tutucusu 2">
            <a:extLst>
              <a:ext uri="{FF2B5EF4-FFF2-40B4-BE49-F238E27FC236}">
                <a16:creationId xmlns:a16="http://schemas.microsoft.com/office/drawing/2014/main" id="{13800904-DB6D-E036-D601-D262EC1FD703}"/>
              </a:ext>
            </a:extLst>
          </p:cNvPr>
          <p:cNvGraphicFramePr>
            <a:graphicFrameLocks noGrp="1"/>
          </p:cNvGraphicFramePr>
          <p:nvPr>
            <p:ph idx="1"/>
            <p:extLst>
              <p:ext uri="{D42A27DB-BD31-4B8C-83A1-F6EECF244321}">
                <p14:modId xmlns:p14="http://schemas.microsoft.com/office/powerpoint/2010/main" val="3065526534"/>
              </p:ext>
            </p:extLst>
          </p:nvPr>
        </p:nvGraphicFramePr>
        <p:xfrm>
          <a:off x="643466" y="643467"/>
          <a:ext cx="10900477" cy="36192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204750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F9E80720-23E6-4B89-B77E-04A7689F1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D1D3CA1-3EB6-41F3-A419-8424B56BE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Başlık 1">
            <a:extLst>
              <a:ext uri="{FF2B5EF4-FFF2-40B4-BE49-F238E27FC236}">
                <a16:creationId xmlns:a16="http://schemas.microsoft.com/office/drawing/2014/main" id="{DBFD1734-5824-9E88-58E2-E48D689B7713}"/>
              </a:ext>
            </a:extLst>
          </p:cNvPr>
          <p:cNvSpPr>
            <a:spLocks noGrp="1"/>
          </p:cNvSpPr>
          <p:nvPr>
            <p:ph type="title"/>
          </p:nvPr>
        </p:nvSpPr>
        <p:spPr>
          <a:xfrm>
            <a:off x="1066800" y="5252936"/>
            <a:ext cx="10058400" cy="1028715"/>
          </a:xfrm>
        </p:spPr>
        <p:txBody>
          <a:bodyPr>
            <a:normAutofit/>
          </a:bodyPr>
          <a:lstStyle/>
          <a:p>
            <a:pPr algn="ctr"/>
            <a:r>
              <a:rPr lang="tr-TR">
                <a:solidFill>
                  <a:srgbClr val="FFFFFF"/>
                </a:solidFill>
              </a:rPr>
              <a:t>Sektörel Uygulama Örnekleri</a:t>
            </a:r>
          </a:p>
        </p:txBody>
      </p:sp>
      <p:sp>
        <p:nvSpPr>
          <p:cNvPr id="33" name="Rectangle 32">
            <a:extLst>
              <a:ext uri="{FF2B5EF4-FFF2-40B4-BE49-F238E27FC236}">
                <a16:creationId xmlns:a16="http://schemas.microsoft.com/office/drawing/2014/main" id="{4D87F7B2-AA36-4B58-BC2C-1BBA135E8B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4" name="Alt Bilgi Yer Tutucusu 3">
            <a:extLst>
              <a:ext uri="{FF2B5EF4-FFF2-40B4-BE49-F238E27FC236}">
                <a16:creationId xmlns:a16="http://schemas.microsoft.com/office/drawing/2014/main" id="{C246DCF8-3C1E-1F83-7D07-FE66119BDD41}"/>
              </a:ext>
            </a:extLst>
          </p:cNvPr>
          <p:cNvSpPr>
            <a:spLocks noGrp="1"/>
          </p:cNvSpPr>
          <p:nvPr>
            <p:ph type="ftr" sz="quarter" idx="11"/>
          </p:nvPr>
        </p:nvSpPr>
        <p:spPr>
          <a:xfrm>
            <a:off x="3686185" y="6459785"/>
            <a:ext cx="4822804" cy="365125"/>
          </a:xfrm>
        </p:spPr>
        <p:txBody>
          <a:bodyPr>
            <a:normAutofit/>
          </a:bodyPr>
          <a:lstStyle/>
          <a:p>
            <a:pPr>
              <a:spcAft>
                <a:spcPts val="600"/>
              </a:spcAft>
            </a:pPr>
            <a:r>
              <a:rPr lang="tr-TR"/>
              <a:t>ISE 216 VERİ BİLİMİ İÇİN İSTATİSTİK</a:t>
            </a:r>
          </a:p>
        </p:txBody>
      </p:sp>
      <p:sp>
        <p:nvSpPr>
          <p:cNvPr id="5" name="Slayt Numarası Yer Tutucusu 4">
            <a:extLst>
              <a:ext uri="{FF2B5EF4-FFF2-40B4-BE49-F238E27FC236}">
                <a16:creationId xmlns:a16="http://schemas.microsoft.com/office/drawing/2014/main" id="{617EE1F1-31A4-3BA8-88F2-DA9AF5B10F71}"/>
              </a:ext>
            </a:extLst>
          </p:cNvPr>
          <p:cNvSpPr>
            <a:spLocks noGrp="1"/>
          </p:cNvSpPr>
          <p:nvPr>
            <p:ph type="sldNum" sz="quarter" idx="12"/>
          </p:nvPr>
        </p:nvSpPr>
        <p:spPr>
          <a:xfrm>
            <a:off x="9900458" y="6459785"/>
            <a:ext cx="1312025" cy="365125"/>
          </a:xfrm>
        </p:spPr>
        <p:txBody>
          <a:bodyPr>
            <a:normAutofit/>
          </a:bodyPr>
          <a:lstStyle/>
          <a:p>
            <a:pPr>
              <a:spcAft>
                <a:spcPts val="600"/>
              </a:spcAft>
            </a:pPr>
            <a:fld id="{CAD58A22-19B7-4B53-A5D7-CAF60E6DE0A4}" type="slidenum">
              <a:rPr lang="tr-TR"/>
              <a:pPr>
                <a:spcAft>
                  <a:spcPts val="600"/>
                </a:spcAft>
              </a:pPr>
              <a:t>39</a:t>
            </a:fld>
            <a:endParaRPr lang="tr-TR"/>
          </a:p>
        </p:txBody>
      </p:sp>
      <p:graphicFrame>
        <p:nvGraphicFramePr>
          <p:cNvPr id="7" name="İçerik Yer Tutucusu 2">
            <a:extLst>
              <a:ext uri="{FF2B5EF4-FFF2-40B4-BE49-F238E27FC236}">
                <a16:creationId xmlns:a16="http://schemas.microsoft.com/office/drawing/2014/main" id="{304976F5-22C0-2589-9F0A-3E4AA8578676}"/>
              </a:ext>
            </a:extLst>
          </p:cNvPr>
          <p:cNvGraphicFramePr>
            <a:graphicFrameLocks noGrp="1"/>
          </p:cNvGraphicFramePr>
          <p:nvPr>
            <p:ph idx="1"/>
            <p:extLst>
              <p:ext uri="{D42A27DB-BD31-4B8C-83A1-F6EECF244321}">
                <p14:modId xmlns:p14="http://schemas.microsoft.com/office/powerpoint/2010/main" val="3659350999"/>
              </p:ext>
            </p:extLst>
          </p:nvPr>
        </p:nvGraphicFramePr>
        <p:xfrm>
          <a:off x="643466" y="643467"/>
          <a:ext cx="10900477" cy="36192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912083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9E80720-23E6-4B89-B77E-04A7689F1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2">
            <a:extLst>
              <a:ext uri="{FF2B5EF4-FFF2-40B4-BE49-F238E27FC236}">
                <a16:creationId xmlns:a16="http://schemas.microsoft.com/office/drawing/2014/main" id="{CD1D3CA1-3EB6-41F3-A419-8424B56BE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Başlık 1">
            <a:extLst>
              <a:ext uri="{FF2B5EF4-FFF2-40B4-BE49-F238E27FC236}">
                <a16:creationId xmlns:a16="http://schemas.microsoft.com/office/drawing/2014/main" id="{737729AC-AA39-B6FE-E1D5-408EDE530357}"/>
              </a:ext>
            </a:extLst>
          </p:cNvPr>
          <p:cNvSpPr>
            <a:spLocks noGrp="1"/>
          </p:cNvSpPr>
          <p:nvPr>
            <p:ph type="title"/>
          </p:nvPr>
        </p:nvSpPr>
        <p:spPr>
          <a:xfrm>
            <a:off x="1066800" y="5252936"/>
            <a:ext cx="10058400" cy="1028715"/>
          </a:xfrm>
        </p:spPr>
        <p:txBody>
          <a:bodyPr>
            <a:normAutofit/>
          </a:bodyPr>
          <a:lstStyle/>
          <a:p>
            <a:pPr algn="ctr"/>
            <a:r>
              <a:rPr lang="tr-TR">
                <a:solidFill>
                  <a:srgbClr val="FFFFFF"/>
                </a:solidFill>
              </a:rPr>
              <a:t>Sektörel Uygulama Örnekleri</a:t>
            </a:r>
          </a:p>
        </p:txBody>
      </p:sp>
      <p:sp>
        <p:nvSpPr>
          <p:cNvPr id="26" name="Rectangle 14">
            <a:extLst>
              <a:ext uri="{FF2B5EF4-FFF2-40B4-BE49-F238E27FC236}">
                <a16:creationId xmlns:a16="http://schemas.microsoft.com/office/drawing/2014/main" id="{4D87F7B2-AA36-4B58-BC2C-1BBA135E8B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4" name="Alt Bilgi Yer Tutucusu 3">
            <a:extLst>
              <a:ext uri="{FF2B5EF4-FFF2-40B4-BE49-F238E27FC236}">
                <a16:creationId xmlns:a16="http://schemas.microsoft.com/office/drawing/2014/main" id="{50FA1821-831A-7BF8-1332-C912EA9DFA69}"/>
              </a:ext>
            </a:extLst>
          </p:cNvPr>
          <p:cNvSpPr>
            <a:spLocks noGrp="1"/>
          </p:cNvSpPr>
          <p:nvPr>
            <p:ph type="ftr" sz="quarter" idx="11"/>
          </p:nvPr>
        </p:nvSpPr>
        <p:spPr>
          <a:xfrm>
            <a:off x="3686185" y="6459785"/>
            <a:ext cx="4822804" cy="365125"/>
          </a:xfrm>
        </p:spPr>
        <p:txBody>
          <a:bodyPr>
            <a:normAutofit/>
          </a:bodyPr>
          <a:lstStyle/>
          <a:p>
            <a:pPr>
              <a:spcAft>
                <a:spcPts val="600"/>
              </a:spcAft>
            </a:pPr>
            <a:r>
              <a:rPr lang="tr-TR"/>
              <a:t>ISE 216 VERİ BİLİMİ İÇİN İSTATİSTİK</a:t>
            </a:r>
          </a:p>
        </p:txBody>
      </p:sp>
      <p:sp>
        <p:nvSpPr>
          <p:cNvPr id="5" name="Slayt Numarası Yer Tutucusu 4">
            <a:extLst>
              <a:ext uri="{FF2B5EF4-FFF2-40B4-BE49-F238E27FC236}">
                <a16:creationId xmlns:a16="http://schemas.microsoft.com/office/drawing/2014/main" id="{F814C769-9022-A359-D41B-DB75F6B42F3A}"/>
              </a:ext>
            </a:extLst>
          </p:cNvPr>
          <p:cNvSpPr>
            <a:spLocks noGrp="1"/>
          </p:cNvSpPr>
          <p:nvPr>
            <p:ph type="sldNum" sz="quarter" idx="12"/>
          </p:nvPr>
        </p:nvSpPr>
        <p:spPr>
          <a:xfrm>
            <a:off x="9900458" y="6459785"/>
            <a:ext cx="1312025" cy="365125"/>
          </a:xfrm>
        </p:spPr>
        <p:txBody>
          <a:bodyPr>
            <a:normAutofit/>
          </a:bodyPr>
          <a:lstStyle/>
          <a:p>
            <a:pPr>
              <a:spcAft>
                <a:spcPts val="600"/>
              </a:spcAft>
            </a:pPr>
            <a:fld id="{CAD58A22-19B7-4B53-A5D7-CAF60E6DE0A4}" type="slidenum">
              <a:rPr lang="tr-TR" smtClean="0"/>
              <a:pPr>
                <a:spcAft>
                  <a:spcPts val="600"/>
                </a:spcAft>
              </a:pPr>
              <a:t>40</a:t>
            </a:fld>
            <a:endParaRPr lang="tr-TR"/>
          </a:p>
        </p:txBody>
      </p:sp>
      <p:graphicFrame>
        <p:nvGraphicFramePr>
          <p:cNvPr id="7" name="İçerik Yer Tutucusu 2">
            <a:extLst>
              <a:ext uri="{FF2B5EF4-FFF2-40B4-BE49-F238E27FC236}">
                <a16:creationId xmlns:a16="http://schemas.microsoft.com/office/drawing/2014/main" id="{B58FDC5F-1338-3847-5E24-2CE149B060F2}"/>
              </a:ext>
            </a:extLst>
          </p:cNvPr>
          <p:cNvGraphicFramePr>
            <a:graphicFrameLocks noGrp="1"/>
          </p:cNvGraphicFramePr>
          <p:nvPr>
            <p:ph idx="1"/>
            <p:extLst>
              <p:ext uri="{D42A27DB-BD31-4B8C-83A1-F6EECF244321}">
                <p14:modId xmlns:p14="http://schemas.microsoft.com/office/powerpoint/2010/main" val="2156610091"/>
              </p:ext>
            </p:extLst>
          </p:nvPr>
        </p:nvGraphicFramePr>
        <p:xfrm>
          <a:off x="643466" y="643467"/>
          <a:ext cx="10900477" cy="36192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886426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7575338-AF41-F510-69CA-D4F5A3DB45D0}"/>
              </a:ext>
            </a:extLst>
          </p:cNvPr>
          <p:cNvSpPr>
            <a:spLocks noGrp="1"/>
          </p:cNvSpPr>
          <p:nvPr>
            <p:ph type="title"/>
          </p:nvPr>
        </p:nvSpPr>
        <p:spPr>
          <a:xfrm>
            <a:off x="1097280" y="286603"/>
            <a:ext cx="10058400" cy="1450757"/>
          </a:xfrm>
        </p:spPr>
        <p:txBody>
          <a:bodyPr>
            <a:normAutofit/>
          </a:bodyPr>
          <a:lstStyle/>
          <a:p>
            <a:r>
              <a:rPr lang="tr-TR" dirty="0"/>
              <a:t>Sektörel Uygulama Örnekleri</a:t>
            </a:r>
          </a:p>
        </p:txBody>
      </p:sp>
      <p:sp>
        <p:nvSpPr>
          <p:cNvPr id="4" name="Alt Bilgi Yer Tutucusu 3">
            <a:extLst>
              <a:ext uri="{FF2B5EF4-FFF2-40B4-BE49-F238E27FC236}">
                <a16:creationId xmlns:a16="http://schemas.microsoft.com/office/drawing/2014/main" id="{8C2F4E14-5219-F7F1-CEE3-709E790AB829}"/>
              </a:ext>
            </a:extLst>
          </p:cNvPr>
          <p:cNvSpPr>
            <a:spLocks noGrp="1"/>
          </p:cNvSpPr>
          <p:nvPr>
            <p:ph type="ftr" sz="quarter" idx="11"/>
          </p:nvPr>
        </p:nvSpPr>
        <p:spPr>
          <a:xfrm>
            <a:off x="3686185" y="6459785"/>
            <a:ext cx="4822804" cy="365125"/>
          </a:xfrm>
        </p:spPr>
        <p:txBody>
          <a:bodyPr>
            <a:normAutofit/>
          </a:bodyPr>
          <a:lstStyle/>
          <a:p>
            <a:pPr>
              <a:spcAft>
                <a:spcPts val="600"/>
              </a:spcAft>
            </a:pPr>
            <a:r>
              <a:rPr lang="tr-TR"/>
              <a:t>ISE 216 VERİ BİLİMİ İÇİN İSTATİSTİK</a:t>
            </a:r>
          </a:p>
        </p:txBody>
      </p:sp>
      <p:sp>
        <p:nvSpPr>
          <p:cNvPr id="5" name="Slayt Numarası Yer Tutucusu 4">
            <a:extLst>
              <a:ext uri="{FF2B5EF4-FFF2-40B4-BE49-F238E27FC236}">
                <a16:creationId xmlns:a16="http://schemas.microsoft.com/office/drawing/2014/main" id="{48A7254B-8A71-981D-9BCB-ECC82318BE79}"/>
              </a:ext>
            </a:extLst>
          </p:cNvPr>
          <p:cNvSpPr>
            <a:spLocks noGrp="1"/>
          </p:cNvSpPr>
          <p:nvPr>
            <p:ph type="sldNum" sz="quarter" idx="12"/>
          </p:nvPr>
        </p:nvSpPr>
        <p:spPr>
          <a:xfrm>
            <a:off x="9900458" y="6459785"/>
            <a:ext cx="1312025" cy="365125"/>
          </a:xfrm>
        </p:spPr>
        <p:txBody>
          <a:bodyPr>
            <a:normAutofit/>
          </a:bodyPr>
          <a:lstStyle/>
          <a:p>
            <a:pPr>
              <a:spcAft>
                <a:spcPts val="600"/>
              </a:spcAft>
            </a:pPr>
            <a:fld id="{CAD58A22-19B7-4B53-A5D7-CAF60E6DE0A4}" type="slidenum">
              <a:rPr lang="tr-TR" smtClean="0"/>
              <a:pPr>
                <a:spcAft>
                  <a:spcPts val="600"/>
                </a:spcAft>
              </a:pPr>
              <a:t>41</a:t>
            </a:fld>
            <a:endParaRPr lang="tr-TR"/>
          </a:p>
        </p:txBody>
      </p:sp>
      <p:graphicFrame>
        <p:nvGraphicFramePr>
          <p:cNvPr id="7" name="İçerik Yer Tutucusu 2">
            <a:extLst>
              <a:ext uri="{FF2B5EF4-FFF2-40B4-BE49-F238E27FC236}">
                <a16:creationId xmlns:a16="http://schemas.microsoft.com/office/drawing/2014/main" id="{EA21367C-ECFC-3C2C-5ABF-C32E803053A4}"/>
              </a:ext>
            </a:extLst>
          </p:cNvPr>
          <p:cNvGraphicFramePr>
            <a:graphicFrameLocks noGrp="1"/>
          </p:cNvGraphicFramePr>
          <p:nvPr>
            <p:ph idx="1"/>
            <p:extLst>
              <p:ext uri="{D42A27DB-BD31-4B8C-83A1-F6EECF244321}">
                <p14:modId xmlns:p14="http://schemas.microsoft.com/office/powerpoint/2010/main" val="3444102989"/>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137799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Başlık 1">
            <a:extLst>
              <a:ext uri="{FF2B5EF4-FFF2-40B4-BE49-F238E27FC236}">
                <a16:creationId xmlns:a16="http://schemas.microsoft.com/office/drawing/2014/main" id="{DBFD1734-5824-9E88-58E2-E48D689B7713}"/>
              </a:ext>
            </a:extLst>
          </p:cNvPr>
          <p:cNvSpPr>
            <a:spLocks noGrp="1"/>
          </p:cNvSpPr>
          <p:nvPr>
            <p:ph type="title"/>
          </p:nvPr>
        </p:nvSpPr>
        <p:spPr>
          <a:xfrm>
            <a:off x="492370" y="516835"/>
            <a:ext cx="3084844" cy="5772840"/>
          </a:xfrm>
        </p:spPr>
        <p:txBody>
          <a:bodyPr anchor="ctr">
            <a:normAutofit/>
          </a:bodyPr>
          <a:lstStyle/>
          <a:p>
            <a:r>
              <a:rPr lang="tr-TR" sz="3600">
                <a:solidFill>
                  <a:srgbClr val="FFFFFF"/>
                </a:solidFill>
              </a:rPr>
              <a:t>Sektörel Uygulama Örnekleri</a:t>
            </a:r>
          </a:p>
        </p:txBody>
      </p:sp>
      <p:sp>
        <p:nvSpPr>
          <p:cNvPr id="15" name="Rectangle 14">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4" name="Alt Bilgi Yer Tutucusu 3">
            <a:extLst>
              <a:ext uri="{FF2B5EF4-FFF2-40B4-BE49-F238E27FC236}">
                <a16:creationId xmlns:a16="http://schemas.microsoft.com/office/drawing/2014/main" id="{C246DCF8-3C1E-1F83-7D07-FE66119BDD41}"/>
              </a:ext>
            </a:extLst>
          </p:cNvPr>
          <p:cNvSpPr>
            <a:spLocks noGrp="1"/>
          </p:cNvSpPr>
          <p:nvPr>
            <p:ph type="ftr" sz="quarter" idx="11"/>
          </p:nvPr>
        </p:nvSpPr>
        <p:spPr>
          <a:xfrm>
            <a:off x="4742017" y="6459785"/>
            <a:ext cx="5105169" cy="365125"/>
          </a:xfrm>
        </p:spPr>
        <p:txBody>
          <a:bodyPr>
            <a:normAutofit/>
          </a:bodyPr>
          <a:lstStyle/>
          <a:p>
            <a:pPr algn="l">
              <a:spcAft>
                <a:spcPts val="600"/>
              </a:spcAft>
            </a:pPr>
            <a:r>
              <a:rPr lang="tr-TR">
                <a:solidFill>
                  <a:schemeClr val="tx2"/>
                </a:solidFill>
              </a:rPr>
              <a:t>ISE 216 VERİ BİLİMİ İÇİN İSTATİSTİK</a:t>
            </a:r>
          </a:p>
        </p:txBody>
      </p:sp>
      <p:sp>
        <p:nvSpPr>
          <p:cNvPr id="5" name="Slayt Numarası Yer Tutucusu 4">
            <a:extLst>
              <a:ext uri="{FF2B5EF4-FFF2-40B4-BE49-F238E27FC236}">
                <a16:creationId xmlns:a16="http://schemas.microsoft.com/office/drawing/2014/main" id="{617EE1F1-31A4-3BA8-88F2-DA9AF5B10F71}"/>
              </a:ext>
            </a:extLst>
          </p:cNvPr>
          <p:cNvSpPr>
            <a:spLocks noGrp="1"/>
          </p:cNvSpPr>
          <p:nvPr>
            <p:ph type="sldNum" sz="quarter" idx="12"/>
          </p:nvPr>
        </p:nvSpPr>
        <p:spPr>
          <a:xfrm>
            <a:off x="10123055" y="6459785"/>
            <a:ext cx="1089428" cy="365125"/>
          </a:xfrm>
        </p:spPr>
        <p:txBody>
          <a:bodyPr>
            <a:normAutofit/>
          </a:bodyPr>
          <a:lstStyle/>
          <a:p>
            <a:pPr>
              <a:spcAft>
                <a:spcPts val="600"/>
              </a:spcAft>
            </a:pPr>
            <a:fld id="{CAD58A22-19B7-4B53-A5D7-CAF60E6DE0A4}" type="slidenum">
              <a:rPr lang="tr-TR">
                <a:solidFill>
                  <a:schemeClr val="tx2"/>
                </a:solidFill>
              </a:rPr>
              <a:pPr>
                <a:spcAft>
                  <a:spcPts val="600"/>
                </a:spcAft>
              </a:pPr>
              <a:t>42</a:t>
            </a:fld>
            <a:endParaRPr lang="tr-TR">
              <a:solidFill>
                <a:schemeClr val="tx2"/>
              </a:solidFill>
            </a:endParaRPr>
          </a:p>
        </p:txBody>
      </p:sp>
      <p:graphicFrame>
        <p:nvGraphicFramePr>
          <p:cNvPr id="7" name="İçerik Yer Tutucusu 2">
            <a:extLst>
              <a:ext uri="{FF2B5EF4-FFF2-40B4-BE49-F238E27FC236}">
                <a16:creationId xmlns:a16="http://schemas.microsoft.com/office/drawing/2014/main" id="{1161C10A-2CB4-3259-144A-B6C649EC94B6}"/>
              </a:ext>
            </a:extLst>
          </p:cNvPr>
          <p:cNvGraphicFramePr>
            <a:graphicFrameLocks noGrp="1"/>
          </p:cNvGraphicFramePr>
          <p:nvPr>
            <p:ph idx="1"/>
            <p:extLst>
              <p:ext uri="{D42A27DB-BD31-4B8C-83A1-F6EECF244321}">
                <p14:modId xmlns:p14="http://schemas.microsoft.com/office/powerpoint/2010/main" val="1810954111"/>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994230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Başlık 1">
            <a:extLst>
              <a:ext uri="{FF2B5EF4-FFF2-40B4-BE49-F238E27FC236}">
                <a16:creationId xmlns:a16="http://schemas.microsoft.com/office/drawing/2014/main" id="{737729AC-AA39-B6FE-E1D5-408EDE530357}"/>
              </a:ext>
            </a:extLst>
          </p:cNvPr>
          <p:cNvSpPr>
            <a:spLocks noGrp="1"/>
          </p:cNvSpPr>
          <p:nvPr>
            <p:ph type="title"/>
          </p:nvPr>
        </p:nvSpPr>
        <p:spPr>
          <a:xfrm>
            <a:off x="492370" y="516835"/>
            <a:ext cx="3084844" cy="5772840"/>
          </a:xfrm>
        </p:spPr>
        <p:txBody>
          <a:bodyPr anchor="ctr">
            <a:normAutofit/>
          </a:bodyPr>
          <a:lstStyle/>
          <a:p>
            <a:r>
              <a:rPr lang="tr-TR" sz="3600">
                <a:solidFill>
                  <a:srgbClr val="FFFFFF"/>
                </a:solidFill>
              </a:rPr>
              <a:t>Sektörel Uygulama Örnekleri</a:t>
            </a:r>
          </a:p>
        </p:txBody>
      </p:sp>
      <p:sp>
        <p:nvSpPr>
          <p:cNvPr id="15" name="Rectangle 14">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4" name="Alt Bilgi Yer Tutucusu 3">
            <a:extLst>
              <a:ext uri="{FF2B5EF4-FFF2-40B4-BE49-F238E27FC236}">
                <a16:creationId xmlns:a16="http://schemas.microsoft.com/office/drawing/2014/main" id="{50FA1821-831A-7BF8-1332-C912EA9DFA69}"/>
              </a:ext>
            </a:extLst>
          </p:cNvPr>
          <p:cNvSpPr>
            <a:spLocks noGrp="1"/>
          </p:cNvSpPr>
          <p:nvPr>
            <p:ph type="ftr" sz="quarter" idx="11"/>
          </p:nvPr>
        </p:nvSpPr>
        <p:spPr>
          <a:xfrm>
            <a:off x="4742017" y="6459785"/>
            <a:ext cx="5105169" cy="365125"/>
          </a:xfrm>
        </p:spPr>
        <p:txBody>
          <a:bodyPr>
            <a:normAutofit/>
          </a:bodyPr>
          <a:lstStyle/>
          <a:p>
            <a:pPr algn="l">
              <a:spcAft>
                <a:spcPts val="600"/>
              </a:spcAft>
            </a:pPr>
            <a:r>
              <a:rPr lang="tr-TR">
                <a:solidFill>
                  <a:schemeClr val="tx2"/>
                </a:solidFill>
              </a:rPr>
              <a:t>ISE 216 VERİ BİLİMİ İÇİN İSTATİSTİK</a:t>
            </a:r>
          </a:p>
        </p:txBody>
      </p:sp>
      <p:sp>
        <p:nvSpPr>
          <p:cNvPr id="5" name="Slayt Numarası Yer Tutucusu 4">
            <a:extLst>
              <a:ext uri="{FF2B5EF4-FFF2-40B4-BE49-F238E27FC236}">
                <a16:creationId xmlns:a16="http://schemas.microsoft.com/office/drawing/2014/main" id="{F814C769-9022-A359-D41B-DB75F6B42F3A}"/>
              </a:ext>
            </a:extLst>
          </p:cNvPr>
          <p:cNvSpPr>
            <a:spLocks noGrp="1"/>
          </p:cNvSpPr>
          <p:nvPr>
            <p:ph type="sldNum" sz="quarter" idx="12"/>
          </p:nvPr>
        </p:nvSpPr>
        <p:spPr>
          <a:xfrm>
            <a:off x="10123055" y="6459785"/>
            <a:ext cx="1089428" cy="365125"/>
          </a:xfrm>
        </p:spPr>
        <p:txBody>
          <a:bodyPr>
            <a:normAutofit/>
          </a:bodyPr>
          <a:lstStyle/>
          <a:p>
            <a:pPr>
              <a:spcAft>
                <a:spcPts val="600"/>
              </a:spcAft>
            </a:pPr>
            <a:fld id="{CAD58A22-19B7-4B53-A5D7-CAF60E6DE0A4}" type="slidenum">
              <a:rPr lang="tr-TR">
                <a:solidFill>
                  <a:schemeClr val="tx2"/>
                </a:solidFill>
              </a:rPr>
              <a:pPr>
                <a:spcAft>
                  <a:spcPts val="600"/>
                </a:spcAft>
              </a:pPr>
              <a:t>43</a:t>
            </a:fld>
            <a:endParaRPr lang="tr-TR">
              <a:solidFill>
                <a:schemeClr val="tx2"/>
              </a:solidFill>
            </a:endParaRPr>
          </a:p>
        </p:txBody>
      </p:sp>
      <p:graphicFrame>
        <p:nvGraphicFramePr>
          <p:cNvPr id="7" name="İçerik Yer Tutucusu 2">
            <a:extLst>
              <a:ext uri="{FF2B5EF4-FFF2-40B4-BE49-F238E27FC236}">
                <a16:creationId xmlns:a16="http://schemas.microsoft.com/office/drawing/2014/main" id="{0EFAD821-B899-CC71-7EB2-E38FE708C187}"/>
              </a:ext>
            </a:extLst>
          </p:cNvPr>
          <p:cNvGraphicFramePr>
            <a:graphicFrameLocks noGrp="1"/>
          </p:cNvGraphicFramePr>
          <p:nvPr>
            <p:ph idx="1"/>
            <p:extLst>
              <p:ext uri="{D42A27DB-BD31-4B8C-83A1-F6EECF244321}">
                <p14:modId xmlns:p14="http://schemas.microsoft.com/office/powerpoint/2010/main" val="918068759"/>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78837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37729AC-AA39-B6FE-E1D5-408EDE530357}"/>
              </a:ext>
            </a:extLst>
          </p:cNvPr>
          <p:cNvSpPr>
            <a:spLocks noGrp="1"/>
          </p:cNvSpPr>
          <p:nvPr>
            <p:ph type="title"/>
          </p:nvPr>
        </p:nvSpPr>
        <p:spPr>
          <a:xfrm>
            <a:off x="1097280" y="286603"/>
            <a:ext cx="10058400" cy="1450757"/>
          </a:xfrm>
        </p:spPr>
        <p:txBody>
          <a:bodyPr>
            <a:normAutofit/>
          </a:bodyPr>
          <a:lstStyle/>
          <a:p>
            <a:r>
              <a:rPr lang="tr-TR" dirty="0"/>
              <a:t>Sektörel Uygulama Örnekleri</a:t>
            </a:r>
          </a:p>
        </p:txBody>
      </p:sp>
      <p:sp>
        <p:nvSpPr>
          <p:cNvPr id="4" name="Alt Bilgi Yer Tutucusu 3">
            <a:extLst>
              <a:ext uri="{FF2B5EF4-FFF2-40B4-BE49-F238E27FC236}">
                <a16:creationId xmlns:a16="http://schemas.microsoft.com/office/drawing/2014/main" id="{50FA1821-831A-7BF8-1332-C912EA9DFA69}"/>
              </a:ext>
            </a:extLst>
          </p:cNvPr>
          <p:cNvSpPr>
            <a:spLocks noGrp="1"/>
          </p:cNvSpPr>
          <p:nvPr>
            <p:ph type="ftr" sz="quarter" idx="11"/>
          </p:nvPr>
        </p:nvSpPr>
        <p:spPr>
          <a:xfrm>
            <a:off x="3686185" y="6459785"/>
            <a:ext cx="4822804" cy="365125"/>
          </a:xfrm>
        </p:spPr>
        <p:txBody>
          <a:bodyPr>
            <a:normAutofit/>
          </a:bodyPr>
          <a:lstStyle/>
          <a:p>
            <a:pPr>
              <a:spcAft>
                <a:spcPts val="600"/>
              </a:spcAft>
            </a:pPr>
            <a:r>
              <a:rPr lang="tr-TR"/>
              <a:t>ISE 216 VERİ BİLİMİ İÇİN İSTATİSTİK</a:t>
            </a:r>
          </a:p>
        </p:txBody>
      </p:sp>
      <p:sp>
        <p:nvSpPr>
          <p:cNvPr id="5" name="Slayt Numarası Yer Tutucusu 4">
            <a:extLst>
              <a:ext uri="{FF2B5EF4-FFF2-40B4-BE49-F238E27FC236}">
                <a16:creationId xmlns:a16="http://schemas.microsoft.com/office/drawing/2014/main" id="{F814C769-9022-A359-D41B-DB75F6B42F3A}"/>
              </a:ext>
            </a:extLst>
          </p:cNvPr>
          <p:cNvSpPr>
            <a:spLocks noGrp="1"/>
          </p:cNvSpPr>
          <p:nvPr>
            <p:ph type="sldNum" sz="quarter" idx="12"/>
          </p:nvPr>
        </p:nvSpPr>
        <p:spPr>
          <a:xfrm>
            <a:off x="9900458" y="6459785"/>
            <a:ext cx="1312025" cy="365125"/>
          </a:xfrm>
        </p:spPr>
        <p:txBody>
          <a:bodyPr>
            <a:normAutofit/>
          </a:bodyPr>
          <a:lstStyle/>
          <a:p>
            <a:pPr>
              <a:spcAft>
                <a:spcPts val="600"/>
              </a:spcAft>
            </a:pPr>
            <a:fld id="{CAD58A22-19B7-4B53-A5D7-CAF60E6DE0A4}" type="slidenum">
              <a:rPr lang="tr-TR" smtClean="0"/>
              <a:pPr>
                <a:spcAft>
                  <a:spcPts val="600"/>
                </a:spcAft>
              </a:pPr>
              <a:t>44</a:t>
            </a:fld>
            <a:endParaRPr lang="tr-TR"/>
          </a:p>
        </p:txBody>
      </p:sp>
      <p:graphicFrame>
        <p:nvGraphicFramePr>
          <p:cNvPr id="7" name="İçerik Yer Tutucusu 2">
            <a:extLst>
              <a:ext uri="{FF2B5EF4-FFF2-40B4-BE49-F238E27FC236}">
                <a16:creationId xmlns:a16="http://schemas.microsoft.com/office/drawing/2014/main" id="{4F09D4A2-ACA8-3AD0-F393-D72DDC4C9917}"/>
              </a:ext>
            </a:extLst>
          </p:cNvPr>
          <p:cNvGraphicFramePr>
            <a:graphicFrameLocks noGrp="1"/>
          </p:cNvGraphicFramePr>
          <p:nvPr>
            <p:ph idx="1"/>
            <p:extLst>
              <p:ext uri="{D42A27DB-BD31-4B8C-83A1-F6EECF244321}">
                <p14:modId xmlns:p14="http://schemas.microsoft.com/office/powerpoint/2010/main" val="3230533464"/>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30883513"/>
      </p:ext>
    </p:extLst>
  </p:cSld>
  <p:clrMapOvr>
    <a:masterClrMapping/>
  </p:clrMapOvr>
</p:sld>
</file>

<file path=ppt/theme/theme1.xml><?xml version="1.0" encoding="utf-8"?>
<a:theme xmlns:a="http://schemas.openxmlformats.org/drawingml/2006/main" name="Geçmişe bakış">
  <a:themeElements>
    <a:clrScheme name="Geçmişe bakış">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Geçmişe bakış">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eçmişe bakış">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2104</TotalTime>
  <Words>2384</Words>
  <Application>Microsoft Office PowerPoint</Application>
  <PresentationFormat>Geniş ekran</PresentationFormat>
  <Paragraphs>367</Paragraphs>
  <Slides>44</Slides>
  <Notes>0</Notes>
  <HiddenSlides>0</HiddenSlides>
  <MMClips>0</MMClips>
  <ScaleCrop>false</ScaleCrop>
  <HeadingPairs>
    <vt:vector size="6" baseType="variant">
      <vt:variant>
        <vt:lpstr>Kullanılan Yazı Tipleri</vt:lpstr>
      </vt:variant>
      <vt:variant>
        <vt:i4>8</vt:i4>
      </vt:variant>
      <vt:variant>
        <vt:lpstr>Tema</vt:lpstr>
      </vt:variant>
      <vt:variant>
        <vt:i4>1</vt:i4>
      </vt:variant>
      <vt:variant>
        <vt:lpstr>Slayt Başlıkları</vt:lpstr>
      </vt:variant>
      <vt:variant>
        <vt:i4>44</vt:i4>
      </vt:variant>
    </vt:vector>
  </HeadingPairs>
  <TitlesOfParts>
    <vt:vector size="53" baseType="lpstr">
      <vt:lpstr>Arial</vt:lpstr>
      <vt:lpstr>Calibri</vt:lpstr>
      <vt:lpstr>Calibri Light</vt:lpstr>
      <vt:lpstr>Courier New</vt:lpstr>
      <vt:lpstr>Tahoma</vt:lpstr>
      <vt:lpstr>Tahoma-Bold</vt:lpstr>
      <vt:lpstr>Times New Roman</vt:lpstr>
      <vt:lpstr>Wingdings</vt:lpstr>
      <vt:lpstr>Geçmişe bakış</vt:lpstr>
      <vt:lpstr>ISE 302 –Veri Madenciliği</vt:lpstr>
      <vt:lpstr>Veri Madenciliğine Giriş</vt:lpstr>
      <vt:lpstr>Neden Bu Kadar Önemli?</vt:lpstr>
      <vt:lpstr>Veri &amp; Veri Tipleri </vt:lpstr>
      <vt:lpstr>Veri &amp; Veri Tipleri </vt:lpstr>
      <vt:lpstr>Veri &amp; Veri Tipleri </vt:lpstr>
      <vt:lpstr>Neden Veri Madenciliği?- Ticari Bakış</vt:lpstr>
      <vt:lpstr>Neden Veri Madenciliği ?- Bilimsel Bakış</vt:lpstr>
      <vt:lpstr>Veri Madenciliği Ne Değildir?</vt:lpstr>
      <vt:lpstr>Veri Madenciliği Nedir?</vt:lpstr>
      <vt:lpstr>Problem Tanımı</vt:lpstr>
      <vt:lpstr>Bilgi Keşfinin Aşamaları</vt:lpstr>
      <vt:lpstr>Bilgi Keşfi Örnek: web kayıtları</vt:lpstr>
      <vt:lpstr>Veri Madenciliğinin Kökenleri</vt:lpstr>
      <vt:lpstr>Veri Madenciliği</vt:lpstr>
      <vt:lpstr>Veri Madenciliği Yöntemleri</vt:lpstr>
      <vt:lpstr>İstatistik &amp; Makine Öğrenmesi &amp; Veri Madenciliği</vt:lpstr>
      <vt:lpstr>Öngörü(Tahmin) Yöntemleri</vt:lpstr>
      <vt:lpstr>Tanımlayıcı Yöntemler</vt:lpstr>
      <vt:lpstr>Sınıflama</vt:lpstr>
      <vt:lpstr>Sınıflama</vt:lpstr>
      <vt:lpstr>Regresyon :</vt:lpstr>
      <vt:lpstr>Kümeleme :</vt:lpstr>
      <vt:lpstr>Birliktelik Kuralları :</vt:lpstr>
      <vt:lpstr>Ardışık Zamanlı Örüntüler :</vt:lpstr>
      <vt:lpstr>Veri Ambarı</vt:lpstr>
      <vt:lpstr>Veri Ambarı Özellikleri</vt:lpstr>
      <vt:lpstr>Veri Ambarı Özellikleri</vt:lpstr>
      <vt:lpstr>Veri Ambarı Mimarisi</vt:lpstr>
      <vt:lpstr>Veri Madenciliği &amp; OLAP</vt:lpstr>
      <vt:lpstr>Veri Madenciliğinde Sorunlar</vt:lpstr>
      <vt:lpstr>Veri Madenciliğinde Sorunlar</vt:lpstr>
      <vt:lpstr>Veri Madenciliğinde Sorunlar</vt:lpstr>
      <vt:lpstr>Sektörel Uygulama Örnekleri </vt:lpstr>
      <vt:lpstr>Sektörel Uygulama Örnekleri</vt:lpstr>
      <vt:lpstr>Sektörel Uygulama Örnekleri</vt:lpstr>
      <vt:lpstr>Sektörel Uygulama Örnekleri</vt:lpstr>
      <vt:lpstr>Sektörel Uygulama Örnekleri</vt:lpstr>
      <vt:lpstr>Sektörel Uygulama Örnekleri</vt:lpstr>
      <vt:lpstr>Sektörel Uygulama Örnekleri</vt:lpstr>
      <vt:lpstr>Sektörel Uygulama Örnekleri</vt:lpstr>
      <vt:lpstr>Sektörel Uygulama Örnekleri</vt:lpstr>
      <vt:lpstr>Sektörel Uygulama Örnekleri</vt:lpstr>
      <vt:lpstr>Sektörel Uygulama Örnekleri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ISE 216 -Veri Bilimi İçin İstatistik</dc:title>
  <dc:creator>esin zaimoglu</dc:creator>
  <cp:lastModifiedBy>esin zaimoglu</cp:lastModifiedBy>
  <cp:revision>52</cp:revision>
  <dcterms:created xsi:type="dcterms:W3CDTF">2024-01-08T13:18:52Z</dcterms:created>
  <dcterms:modified xsi:type="dcterms:W3CDTF">2025-02-12T08:25:34Z</dcterms:modified>
</cp:coreProperties>
</file>